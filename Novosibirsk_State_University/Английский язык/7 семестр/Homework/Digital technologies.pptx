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9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056DB8-892C-4C28-93BF-C18DF5B7CDF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822CDE-63E8-4760-A5D6-104B872516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7094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822CDE-63E8-4760-A5D6-104B8725165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5667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9E4AE8-1FD6-40D5-9BAA-C37BFA98BC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9AF1A4-A5A0-4B31-89A7-0A1E37726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A37449-D11B-4707-B5BC-827CAB55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066E21-5D63-47EE-ACAB-94A476B1C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AF3995-D1A9-431D-8740-351FF82C2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636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A14496-6E67-4E6C-A876-E53C153FE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8B33B6-DB28-4380-A97A-900F1C7EF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CE2B2A-E097-45CC-8C5B-948BD9CDD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3BA076-08EA-4EC8-9EF1-D4C8BC6BA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DE4991-727F-4229-AE06-3CB11B4E6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570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B0C326-2649-4AB0-9720-ACCE43B8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9262626-F255-48B0-88F9-293C01D32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49A89E-EBCC-4D50-A58B-E374F8161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BE9A9BB-90F2-4EFB-AFCE-6EB9230AF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84DE60-C801-4C6D-9C3B-15D61E57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09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29E6E-5E02-4C8E-BE24-4B8AC282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E11319-93C1-4854-863C-B803246F0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8FF7599-72EE-400C-8AE0-D8B2DB1DF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28AFBE-D3C8-4B11-B9CF-020D531C9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706EBB1-7867-4FEC-B2EB-07893F53E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7E3A90-3C2C-48DA-A9BA-449F9B358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1482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1F3FF6-73D4-4BF2-90BB-3C72D6169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4A149EB-0B5E-47B1-ACF5-F0D2FFA2F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16C010E-9FB9-4C25-8A1C-F4BD21263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932BE9-29C1-40BC-A593-484365888E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C96D12B-61D1-4F37-8A7F-5B6808F1C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CFC133F-C431-463D-BB0E-BA181492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A19F299-6B89-4CEC-9F56-DD23A0E3B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258729-2FC8-4C0D-A9BD-8AADE11F4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1444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8C719B-EFE6-4006-964D-F60A04D45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70BBCAC-E256-432B-BEFA-52673975C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86D54A6-6E88-4254-8DEB-92D57950F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C2B14B-6329-40D3-920D-92F2249B3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5012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194F406-1BEA-4CA4-A94A-7384AA5A9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E46E8E6-D4B9-493B-B5A9-C65E41287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DEF440-319E-465C-8AB5-8BF2DC5CB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5881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AF1BED-AC37-475E-8719-C3D6FD72A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23D1C3-975A-446C-85F5-61D79BDD2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DBED468-8A9A-409C-9E6F-22E1D50386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25DAC7-E6E1-4D4D-8778-2FD250875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DE68F3-DBC2-4955-BB71-5E9D947F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3D939F-47C4-410C-A289-C02DAA372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8052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F5803B-A381-4E73-A8CB-45AC2FA27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1639735-246A-45C2-A741-F984B5A007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DB46D05-6F4A-4AF2-8B55-C9925B32D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64CB98-84AD-44E1-BD4F-35A528726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5D2B84-A9CF-4A61-9846-0494E3405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C228E0-8DD8-456C-A9C7-7E8C301A9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1714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5FA9F7-9101-4BCE-BE8E-46E34E3D9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0BF16CE-717A-44D7-B618-A18B28860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4D660D2-EA10-46BF-9A7D-325C18C62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77CD332-720D-4084-B56B-E2BF8142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B159D5-9F91-4039-ADAC-80367C08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483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723C5B-9F22-4F86-B36D-E3678DCFF4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3ABB97-D559-42B3-B363-296C6BAD6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EB49F4-F216-4646-8FF4-59312B7F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D27709-87FB-4252-B30C-497303986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BC21B0-91FC-476C-84C5-70EF7EEB0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312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466BA9-598A-4F7A-B0CF-D23F8A39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E6380-2233-4AB8-8563-F8EFC0DEE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5C5EAB-179E-4875-8930-134FB40D6F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ACFE02-FEB8-4598-B60E-7332F1614D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CDD900-E4B8-4A0D-AA79-0029746B50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203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83D914-A569-4995-A7C2-DB77F35EF2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2E7AD2-2A2B-414D-A253-CF8F0154C3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45975"/>
            <a:ext cx="9144000" cy="1255059"/>
          </a:xfrm>
        </p:spPr>
        <p:txBody>
          <a:bodyPr>
            <a:normAutofit/>
          </a:bodyPr>
          <a:lstStyle/>
          <a:p>
            <a:r>
              <a:rPr lang="en-US" sz="8000" b="1" dirty="0">
                <a:solidFill>
                  <a:srgbClr val="0070C0"/>
                </a:solidFill>
              </a:rPr>
              <a:t>The evolution of AI</a:t>
            </a:r>
            <a:endParaRPr lang="ru-RU" sz="8000" b="1" dirty="0">
              <a:solidFill>
                <a:srgbClr val="0070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3E88A3-6EFB-4B91-B781-3A774D4E57C9}"/>
              </a:ext>
            </a:extLst>
          </p:cNvPr>
          <p:cNvSpPr txBox="1"/>
          <p:nvPr/>
        </p:nvSpPr>
        <p:spPr>
          <a:xfrm>
            <a:off x="0" y="0"/>
            <a:ext cx="3102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image was generated by AI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9710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First attempts to create AI</a:t>
            </a:r>
            <a:endParaRPr lang="ru-RU" sz="7200" dirty="0"/>
          </a:p>
        </p:txBody>
      </p:sp>
      <p:pic>
        <p:nvPicPr>
          <p:cNvPr id="3074" name="Picture 2" descr="History of artificial intelligence - Wikipedia">
            <a:extLst>
              <a:ext uri="{FF2B5EF4-FFF2-40B4-BE49-F238E27FC236}">
                <a16:creationId xmlns:a16="http://schemas.microsoft.com/office/drawing/2014/main" id="{A1456222-A67B-462D-988C-2A23AD0EE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75520"/>
            <a:ext cx="5653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he History of AI - Matthew Renze">
            <a:extLst>
              <a:ext uri="{FF2B5EF4-FFF2-40B4-BE49-F238E27FC236}">
                <a16:creationId xmlns:a16="http://schemas.microsoft.com/office/drawing/2014/main" id="{5CCD9DC9-9B7F-4EDB-A8B3-3AEA4FF30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800" y="2075520"/>
            <a:ext cx="4325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3795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Key stages of development</a:t>
            </a:r>
            <a:endParaRPr lang="ru-RU" sz="72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997C4F-DA42-4388-B071-97385C84C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0894"/>
            <a:ext cx="10515600" cy="4941981"/>
          </a:xfrm>
        </p:spPr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lang="en-US" dirty="0"/>
              <a:t>Symbolic AI (1950s-1980s)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Statistical Learning (1980s-2010s)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Deep Learning (2010s-Present)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Generative AI &amp; Foundation Models (Present)</a:t>
            </a:r>
            <a:endParaRPr lang="ru-RU" dirty="0"/>
          </a:p>
        </p:txBody>
      </p:sp>
      <p:pic>
        <p:nvPicPr>
          <p:cNvPr id="5122" name="Picture 2" descr="Эволюция человека">
            <a:extLst>
              <a:ext uri="{FF2B5EF4-FFF2-40B4-BE49-F238E27FC236}">
                <a16:creationId xmlns:a16="http://schemas.microsoft.com/office/drawing/2014/main" id="{FCED7012-E887-4C5D-AA90-C265A3F1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7237" y="1690688"/>
            <a:ext cx="3600000" cy="190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robotar Evolution, artificiell intelligens cyborgs 24082507 Vektorkonst på  Vecteezy">
            <a:extLst>
              <a:ext uri="{FF2B5EF4-FFF2-40B4-BE49-F238E27FC236}">
                <a16:creationId xmlns:a16="http://schemas.microsoft.com/office/drawing/2014/main" id="{736709D2-5CE1-4402-AC84-2FBF184BAF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84" y="3524402"/>
            <a:ext cx="4257906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0269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What is AI today?</a:t>
            </a:r>
            <a:endParaRPr lang="ru-RU" sz="7200" dirty="0"/>
          </a:p>
        </p:txBody>
      </p:sp>
      <p:pic>
        <p:nvPicPr>
          <p:cNvPr id="4098" name="Picture 2" descr="AI Ethics | AI Ethics and Governance in Practice">
            <a:extLst>
              <a:ext uri="{FF2B5EF4-FFF2-40B4-BE49-F238E27FC236}">
                <a16:creationId xmlns:a16="http://schemas.microsoft.com/office/drawing/2014/main" id="{13F5DA92-DB40-47E1-8863-339EC16F59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94964"/>
            <a:ext cx="5196667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2F382FF3-6BC2-4739-BDE7-E0F157B41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53" y="3669629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Siri | The Beluga Cinematic Universe Wiki | Fandom">
            <a:extLst>
              <a:ext uri="{FF2B5EF4-FFF2-40B4-BE49-F238E27FC236}">
                <a16:creationId xmlns:a16="http://schemas.microsoft.com/office/drawing/2014/main" id="{B88621FD-FA86-461C-992A-915ADA597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3709717"/>
            <a:ext cx="1375385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hatGPT — Википедия">
            <a:extLst>
              <a:ext uri="{FF2B5EF4-FFF2-40B4-BE49-F238E27FC236}">
                <a16:creationId xmlns:a16="http://schemas.microsoft.com/office/drawing/2014/main" id="{F55F031E-747F-4C6A-A826-8A4B13E31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2246" y="4736963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Gemini Deep Research — seu assistente de pesquisa pessoal">
            <a:extLst>
              <a:ext uri="{FF2B5EF4-FFF2-40B4-BE49-F238E27FC236}">
                <a16:creationId xmlns:a16="http://schemas.microsoft.com/office/drawing/2014/main" id="{EBB45FCB-B3A3-4CFA-BCBF-0EC3385A4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1574964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>
            <a:extLst>
              <a:ext uri="{FF2B5EF4-FFF2-40B4-BE49-F238E27FC236}">
                <a16:creationId xmlns:a16="http://schemas.microsoft.com/office/drawing/2014/main" id="{46304CC6-FEA2-4D50-8857-8371D538B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8333" y="2509495"/>
            <a:ext cx="1116333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Qwen (千问) Логотип Бесплатная загрузк... · LobeHub">
            <a:extLst>
              <a:ext uri="{FF2B5EF4-FFF2-40B4-BE49-F238E27FC236}">
                <a16:creationId xmlns:a16="http://schemas.microsoft.com/office/drawing/2014/main" id="{17AF7467-595E-4085-AB09-3475831D6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4625" y="1690688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8" name="Picture 22">
            <a:extLst>
              <a:ext uri="{FF2B5EF4-FFF2-40B4-BE49-F238E27FC236}">
                <a16:creationId xmlns:a16="http://schemas.microsoft.com/office/drawing/2014/main" id="{1F0E4A66-1979-4A85-A874-D4EED9AD1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8303" y="5264353"/>
            <a:ext cx="2324134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2036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esign Software History: Cognitive Computing's Impact on the Evolution of  Design Software | NOVEDGE Blog | Digital Design Software | Call for Custom  Quote or Buy Online | Best Price Guarantee">
            <a:extLst>
              <a:ext uri="{FF2B5EF4-FFF2-40B4-BE49-F238E27FC236}">
                <a16:creationId xmlns:a16="http://schemas.microsoft.com/office/drawing/2014/main" id="{ABE64CC3-AAF8-4795-82FB-ED7C735A7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4955C65-4FF8-4F69-8A5A-486B656E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06"/>
            <a:ext cx="10515600" cy="6266329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solidFill>
                  <a:srgbClr val="FF0000"/>
                </a:solidFill>
              </a:rPr>
              <a:t>Thank you for your attention</a:t>
            </a:r>
            <a:r>
              <a:rPr lang="ru-RU" sz="7200" dirty="0">
                <a:solidFill>
                  <a:srgbClr val="FF0000"/>
                </a:solidFill>
              </a:rPr>
              <a:t>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749408-05ED-496F-8BD0-91B7A7EE616D}"/>
              </a:ext>
            </a:extLst>
          </p:cNvPr>
          <p:cNvSpPr txBox="1"/>
          <p:nvPr/>
        </p:nvSpPr>
        <p:spPr>
          <a:xfrm>
            <a:off x="0" y="0"/>
            <a:ext cx="3102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image was generated by AI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664685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60</Words>
  <Application>Microsoft Office PowerPoint</Application>
  <PresentationFormat>Широкоэкранный</PresentationFormat>
  <Paragraphs>12</Paragraphs>
  <Slides>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Тема Office</vt:lpstr>
      <vt:lpstr>The evolution of AI</vt:lpstr>
      <vt:lpstr>First attempts to create AI</vt:lpstr>
      <vt:lpstr>Key stages of development</vt:lpstr>
      <vt:lpstr>What is AI today?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evolution of AI: from fantasy to everyday reality</dc:title>
  <dc:creator>Bogdan Klimov</dc:creator>
  <cp:lastModifiedBy>Bogdan Klimov</cp:lastModifiedBy>
  <cp:revision>6</cp:revision>
  <dcterms:created xsi:type="dcterms:W3CDTF">2025-10-02T17:00:43Z</dcterms:created>
  <dcterms:modified xsi:type="dcterms:W3CDTF">2025-10-02T17:57:00Z</dcterms:modified>
</cp:coreProperties>
</file>