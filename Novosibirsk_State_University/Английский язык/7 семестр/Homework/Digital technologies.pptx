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9" r:id="rId4"/>
    <p:sldId id="257" r:id="rId5"/>
    <p:sldId id="258" r:id="rId6"/>
    <p:sldId id="262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56DB8-892C-4C28-93BF-C18DF5B7CDF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22CDE-63E8-4760-A5D6-104B872516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09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22CDE-63E8-4760-A5D6-104B8725165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66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E4AE8-1FD6-40D5-9BAA-C37BFA98B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9AF1A4-A5A0-4B31-89A7-0A1E37726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A37449-D11B-4707-B5BC-827CAB552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66E21-5D63-47EE-ACAB-94A476B1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AF3995-D1A9-431D-8740-351FF82C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63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14496-6E67-4E6C-A876-E53C153F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8B33B6-DB28-4380-A97A-900F1C7E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CE2B2A-E097-45CC-8C5B-948BD9CD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3BA076-08EA-4EC8-9EF1-D4C8BC6B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DE4991-727F-4229-AE06-3CB11B4E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57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0C326-2649-4AB0-9720-ACCE43B8B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262626-F255-48B0-88F9-293C01D32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49A89E-EBCC-4D50-A58B-E374F816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E9A9BB-90F2-4EFB-AFCE-6EB9230A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84DE60-C801-4C6D-9C3B-15D61E57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0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29E6E-5E02-4C8E-BE24-4B8AC282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E11319-93C1-4854-863C-B803246F0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FF7599-72EE-400C-8AE0-D8B2DB1DF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28AFBE-D3C8-4B11-B9CF-020D531C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06EBB1-7867-4FEC-B2EB-07893F53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7E3A90-3C2C-48DA-A9BA-449F9B358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4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F3FF6-73D4-4BF2-90BB-3C72D616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A149EB-0B5E-47B1-ACF5-F0D2FFA2F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6C010E-9FB9-4C25-8A1C-F4BD21263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932BE9-29C1-40BC-A593-484365888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C96D12B-61D1-4F37-8A7F-5B6808F1C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FC133F-C431-463D-BB0E-BA18149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19F299-6B89-4CEC-9F56-DD23A0E3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258729-2FC8-4C0D-A9BD-8AADE11F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44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C719B-EFE6-4006-964D-F60A04D4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70BBCAC-E256-432B-BEFA-52673975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6D54A6-6E88-4254-8DEB-92D57950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C2B14B-6329-40D3-920D-92F2249B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01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94F406-1BEA-4CA4-A94A-7384AA5A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46E8E6-D4B9-493B-B5A9-C65E4128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DEF440-319E-465C-8AB5-8BF2DC5C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88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1BED-AC37-475E-8719-C3D6FD72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23D1C3-975A-446C-85F5-61D79BDD2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BED468-8A9A-409C-9E6F-22E1D5038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25DAC7-E6E1-4D4D-8778-2FD25087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DE68F3-DBC2-4955-BB71-5E9D947F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3D939F-47C4-410C-A289-C02DAA37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05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5803B-A381-4E73-A8CB-45AC2FA2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639735-246A-45C2-A741-F984B5A00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B46D05-6F4A-4AF2-8B55-C9925B32D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64CB98-84AD-44E1-BD4F-35A528726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5D2B84-A9CF-4A61-9846-0494E340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C228E0-8DD8-456C-A9C7-7E8C301A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71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FA9F7-9101-4BCE-BE8E-46E34E3D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BF16CE-717A-44D7-B618-A18B28860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D660D2-EA10-46BF-9A7D-325C18C6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7CD332-720D-4084-B56B-E2BF8142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B159D5-9F91-4039-ADAC-80367C08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48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723C5B-9F22-4F86-B36D-E3678DCFF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3ABB97-D559-42B3-B363-296C6BAD6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B49F4-F216-4646-8FF4-59312B7F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D27709-87FB-4252-B30C-49730398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BC21B0-91FC-476C-84C5-70EF7EEB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66BA9-598A-4F7A-B0CF-D23F8A39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BE6380-2233-4AB8-8563-F8EFC0DEE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5C5EAB-179E-4875-8930-134FB40D6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E43B8-2F0A-49A0-B18A-8CE394CF327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CFE02-FEB8-4598-B60E-7332F1614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DD900-E4B8-4A0D-AA79-0029746B5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DD339-1F86-4423-8962-49907B658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03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E7AD2-2A2B-414D-A253-CF8F0154C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5975"/>
            <a:ext cx="9144000" cy="1255059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of AI</a:t>
            </a:r>
            <a:endParaRPr lang="ru-RU" sz="8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710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43E7E-50D6-4720-8264-3E80DA2D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plan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910F05-8E52-49DC-B6EC-8A8A62CD2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2008093"/>
            <a:ext cx="4598894" cy="41688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attempts to create AI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stages of development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 today?</a:t>
            </a: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2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79DE4-ADAB-40D4-8219-CF53FA70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attempts to create AI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istory of artificial intelligence - Wikipedia">
            <a:extLst>
              <a:ext uri="{FF2B5EF4-FFF2-40B4-BE49-F238E27FC236}">
                <a16:creationId xmlns:a16="http://schemas.microsoft.com/office/drawing/2014/main" id="{A1456222-A67B-462D-988C-2A23AD0EE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75520"/>
            <a:ext cx="5653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History of AI - Matthew Renze">
            <a:extLst>
              <a:ext uri="{FF2B5EF4-FFF2-40B4-BE49-F238E27FC236}">
                <a16:creationId xmlns:a16="http://schemas.microsoft.com/office/drawing/2014/main" id="{5CCD9DC9-9B7F-4EDB-A8B3-3AEA4FF30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800" y="2075520"/>
            <a:ext cx="4325000" cy="43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79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79DE4-ADAB-40D4-8219-CF53FA70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stages of development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997C4F-DA42-4388-B071-97385C84C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894"/>
            <a:ext cx="10515600" cy="4941981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AI (1950s-1980s)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Learning (1980s-2010s)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(2010s-Present)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&amp; Foundation Models (Present)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Эволюция человека">
            <a:extLst>
              <a:ext uri="{FF2B5EF4-FFF2-40B4-BE49-F238E27FC236}">
                <a16:creationId xmlns:a16="http://schemas.microsoft.com/office/drawing/2014/main" id="{FCED7012-E887-4C5D-AA90-C265A3F1F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237" y="1690688"/>
            <a:ext cx="3600000" cy="190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obotar Evolution, artificiell intelligens cyborgs 24082507 Vektorkonst på  Vecteezy">
            <a:extLst>
              <a:ext uri="{FF2B5EF4-FFF2-40B4-BE49-F238E27FC236}">
                <a16:creationId xmlns:a16="http://schemas.microsoft.com/office/drawing/2014/main" id="{736709D2-5CE1-4402-AC84-2FBF184BA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84" y="3524402"/>
            <a:ext cx="4257906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26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79DE4-ADAB-40D4-8219-CF53FA70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 today?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AI Ethics | AI Ethics and Governance in Practice">
            <a:extLst>
              <a:ext uri="{FF2B5EF4-FFF2-40B4-BE49-F238E27FC236}">
                <a16:creationId xmlns:a16="http://schemas.microsoft.com/office/drawing/2014/main" id="{13F5DA92-DB40-47E1-8863-339EC16F5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94964"/>
            <a:ext cx="5196667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F382FF3-6BC2-4739-BDE7-E0F157B41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753" y="3669629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iri | The Beluga Cinematic Universe Wiki | Fandom">
            <a:extLst>
              <a:ext uri="{FF2B5EF4-FFF2-40B4-BE49-F238E27FC236}">
                <a16:creationId xmlns:a16="http://schemas.microsoft.com/office/drawing/2014/main" id="{B88621FD-FA86-461C-992A-915ADA597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246" y="3709717"/>
            <a:ext cx="1375385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hatGPT — Википедия">
            <a:extLst>
              <a:ext uri="{FF2B5EF4-FFF2-40B4-BE49-F238E27FC236}">
                <a16:creationId xmlns:a16="http://schemas.microsoft.com/office/drawing/2014/main" id="{F55F031E-747F-4C6A-A826-8A4B13E31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246" y="47369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Gemini Deep Research — seu assistente de pesquisa pessoal">
            <a:extLst>
              <a:ext uri="{FF2B5EF4-FFF2-40B4-BE49-F238E27FC236}">
                <a16:creationId xmlns:a16="http://schemas.microsoft.com/office/drawing/2014/main" id="{EBB45FCB-B3A3-4CFA-BCBF-0EC3385A4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246" y="1574964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46304CC6-FEA2-4D50-8857-8371D538B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333" y="2509495"/>
            <a:ext cx="1116333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Qwen (千问) Логотип Бесплатная загрузк... · LobeHub">
            <a:extLst>
              <a:ext uri="{FF2B5EF4-FFF2-40B4-BE49-F238E27FC236}">
                <a16:creationId xmlns:a16="http://schemas.microsoft.com/office/drawing/2014/main" id="{17AF7467-595E-4085-AB09-3475831D6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625" y="1690688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>
            <a:extLst>
              <a:ext uri="{FF2B5EF4-FFF2-40B4-BE49-F238E27FC236}">
                <a16:creationId xmlns:a16="http://schemas.microsoft.com/office/drawing/2014/main" id="{1F0E4A66-1979-4A85-A874-D4EED9AD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303" y="5264353"/>
            <a:ext cx="2324134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03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79DE4-ADAB-40D4-8219-CF53FA70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546339-6A7A-44AF-9E34-DFA0D34B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0" y="1690688"/>
            <a:ext cx="936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8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4955C65-4FF8-4F69-8A5A-486B656E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906"/>
            <a:ext cx="10515600" cy="6266329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r>
              <a:rPr lang="ru-RU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664685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66</Words>
  <Application>Microsoft Office PowerPoint</Application>
  <PresentationFormat>Широкоэкранный</PresentationFormat>
  <Paragraphs>16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The evolution of AI</vt:lpstr>
      <vt:lpstr>Presentation plan</vt:lpstr>
      <vt:lpstr>First attempts to create AI</vt:lpstr>
      <vt:lpstr>Key stages of development</vt:lpstr>
      <vt:lpstr>What is AI today?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AI: from fantasy to everyday reality</dc:title>
  <dc:creator>Bogdan Klimov</dc:creator>
  <cp:lastModifiedBy>Bogdan Klimov</cp:lastModifiedBy>
  <cp:revision>10</cp:revision>
  <dcterms:created xsi:type="dcterms:W3CDTF">2025-10-02T17:00:43Z</dcterms:created>
  <dcterms:modified xsi:type="dcterms:W3CDTF">2025-12-19T05:57:37Z</dcterms:modified>
</cp:coreProperties>
</file>