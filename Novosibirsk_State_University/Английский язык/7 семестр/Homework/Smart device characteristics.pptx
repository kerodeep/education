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9" r:id="rId5"/>
    <p:sldId id="258" r:id="rId6"/>
    <p:sldId id="261" r:id="rId7"/>
    <p:sldId id="260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04FE7-2BEB-406E-B491-AD21B2A855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04D2FF6-754B-4568-9722-FEC167DA50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95A8F1-0606-4473-B6DA-FA881E4D9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C0E31-009B-47AB-ABD1-AC671ABAD126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D5DAA6-78F9-49AF-8F4E-0BF2D6B0E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E56EA7-C5B7-4024-A44E-B2D89C711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702F9-789D-4FF4-ABB6-A63CA89B0E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818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153366-81B5-41E9-BF38-C71D15A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C8AA3B-0F62-455E-959A-05B9A7B3E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B5A561-576A-4245-A248-EBDC32238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C0E31-009B-47AB-ABD1-AC671ABAD126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4FF5F2-DF44-4717-BE32-0440159B6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D91532-CFAC-47F4-8CA9-35EBEA516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702F9-789D-4FF4-ABB6-A63CA89B0E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152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1F1BD1-861D-4C40-B8CF-DCCEFF9AC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430632-FFE6-421C-8A07-360FBF2D1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3CB96C-3689-47EF-827F-2D5B1DDA9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C0E31-009B-47AB-ABD1-AC671ABAD126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5C081E-EA1B-47AE-ADF8-866EE97E9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93D67B-2012-42BB-8B8D-B56DE3B7F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702F9-789D-4FF4-ABB6-A63CA89B0E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6209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03FC8A-4CC6-4E32-A436-279B3E1B2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07B023-2D1F-4AD1-9369-9C93B5282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52CB90-0F26-4FBA-85CC-4919C0517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38FE99-E623-4F20-89D1-DFD4D2D16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C0E31-009B-47AB-ABD1-AC671ABAD126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502D366-3A2D-4AF9-96DC-744D95C80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7B4401-3B3B-452B-8967-3E3010CEE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702F9-789D-4FF4-ABB6-A63CA89B0E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5875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2622ED-A673-4FBA-981B-5D7476B5E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E798D4-36AF-409C-B2FF-80079E9D9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C1C4800-C203-4F56-9FBF-C2096F626A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A62AF75-9DA3-4DE0-A07F-BBB438A8C6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CAF7260-592F-44D2-88C6-D3FE3660BA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71E8E6A-E60D-4F6B-A770-B55E5A690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C0E31-009B-47AB-ABD1-AC671ABAD126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66253F-7D27-4EA7-AF32-611047E65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EED35C7-C203-4A20-8AE7-86ACF4BEC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702F9-789D-4FF4-ABB6-A63CA89B0E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7106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8239F0-B005-456D-8E45-8306F11CC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9571D24-6B41-4F7A-B177-25ED9ACA9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C0E31-009B-47AB-ABD1-AC671ABAD126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7B43213-F799-4711-AA89-7831F5787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0043AA1-C38E-43EE-B6F1-A7C427E8E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702F9-789D-4FF4-ABB6-A63CA89B0E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467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C720B2F-9A03-4DF6-A54F-AD1303B47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C0E31-009B-47AB-ABD1-AC671ABAD126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E1EBF0B-ED8E-4021-9CF1-6705AB129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235752-BAA1-49E1-AD68-69056AEA8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702F9-789D-4FF4-ABB6-A63CA89B0E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1481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CC4732-C2CC-4E8B-ACE3-D4DD49A6F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7E81CB-970F-4BBE-B68F-6BAD02215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F0BAD01-9453-4C4C-B60B-D917FD687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E4E74D-6BC0-406B-AD62-8CEECF483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C0E31-009B-47AB-ABD1-AC671ABAD126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3AE8AB4-0CD8-4AFD-A81C-35A530F8A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90311F-D502-4D2C-8BC6-576090421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702F9-789D-4FF4-ABB6-A63CA89B0E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028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1256FE-847D-48A3-AB26-C1004BC11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4146B64-99F6-4B62-B282-0C1F3D65E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5CA0871-5833-4769-BA9F-6493560F3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8A3937-001E-4F4C-A5C5-2DDD08FDA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C0E31-009B-47AB-ABD1-AC671ABAD126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38402DB-3DAC-4C94-84F8-947E7F236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CA3FBF-CCF5-43F0-B2EA-FA55C5220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702F9-789D-4FF4-ABB6-A63CA89B0E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52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E7D9C2-0A35-4299-9CA4-20FFADDC6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1342DE0-5CAB-47C9-B34C-7DBF1A9F79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8D1946-F127-4E38-B40A-75C7ACB82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C0E31-009B-47AB-ABD1-AC671ABAD126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89DA33-E096-49C2-AAC3-64D78A59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B5515A-BCE3-489C-83BE-BFC507C6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702F9-789D-4FF4-ABB6-A63CA89B0E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239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300DEBF-14E1-44ED-9737-282665351E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0BDE0CA-505D-4A05-BD16-F496E4713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9C0471-DBA0-496A-BFF6-FD6A00326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C0E31-009B-47AB-ABD1-AC671ABAD126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0CEC97-802A-456E-8CC7-267D63CF3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555199-63DF-4385-BDAC-D252B2CFA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702F9-789D-4FF4-ABB6-A63CA89B0E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15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3CF4D2-5067-43FA-9D9A-9F9B1628C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21FA4E-EB7A-4FF6-849E-4C889CAF9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EE0CE3-F403-4F62-86B5-E64FCDDAEC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C0E31-009B-47AB-ABD1-AC671ABAD126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8B7861-D8D9-4F78-B404-6EDF93FE6E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34ABBC-902B-4F6E-AB9C-367681671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702F9-789D-4FF4-ABB6-A63CA89B0E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7667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ADC2B19-0516-4480-8375-E533427C2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238EFEE-8799-4B8C-A7EA-44FA261F5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441577"/>
            <a:ext cx="12192000" cy="140745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Smart air pollution monitoring system</a:t>
            </a:r>
            <a:endParaRPr lang="ru-RU" dirty="0">
              <a:highlight>
                <a:srgbClr val="C0C0C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673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213F8E-8BBD-4455-95A8-AB145E819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plan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A78F5BCD-6AD5-4ED9-A77F-D13C9C51DC5F}"/>
              </a:ext>
            </a:extLst>
          </p:cNvPr>
          <p:cNvSpPr txBox="1">
            <a:spLocks/>
          </p:cNvSpPr>
          <p:nvPr/>
        </p:nvSpPr>
        <p:spPr>
          <a:xfrm>
            <a:off x="3657600" y="2008093"/>
            <a:ext cx="4598894" cy="416886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of pollution</a:t>
            </a:r>
          </a:p>
          <a:p>
            <a:pPr>
              <a:lnSpc>
                <a:spcPct val="2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pollution</a:t>
            </a:r>
          </a:p>
          <a:p>
            <a:pPr>
              <a:lnSpc>
                <a:spcPct val="2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the system work?</a:t>
            </a:r>
          </a:p>
          <a:p>
            <a:pPr>
              <a:lnSpc>
                <a:spcPct val="2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88DF9A4-8532-4F72-ABCE-B8E924282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6800" y="1690688"/>
            <a:ext cx="2037000" cy="1800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8698D2-5046-467E-8C11-12EFD6A04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76962"/>
            <a:ext cx="1539474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056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52165B-CCC2-429E-BD84-B3EEE976B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5571"/>
            <a:ext cx="10515600" cy="1206631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of global ambient air pollution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2172DE2-E054-4806-A6A0-7476AD4AC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0525650" cy="497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41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3988E6-93CC-4AEC-8D3D-30C472632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6000" y="365125"/>
            <a:ext cx="6456000" cy="1325563"/>
          </a:xfrm>
        </p:spPr>
        <p:txBody>
          <a:bodyPr/>
          <a:lstStyle/>
          <a:p>
            <a:pPr algn="ctr"/>
            <a:br>
              <a:rPr lang="en-US" dirty="0"/>
            </a:br>
            <a:r>
              <a:rPr lang="en-US" dirty="0"/>
              <a:t>Types of pollution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8C538C-487C-40E3-A871-ACC48FB39A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19" t="7520" r="4715" b="4798"/>
          <a:stretch/>
        </p:blipFill>
        <p:spPr>
          <a:xfrm>
            <a:off x="2856000" y="2174511"/>
            <a:ext cx="6456000" cy="423879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4F30D69-A99F-4E5B-9852-B2273E14D5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805" b="10338"/>
          <a:stretch/>
        </p:blipFill>
        <p:spPr>
          <a:xfrm>
            <a:off x="9312000" y="0"/>
            <a:ext cx="2880000" cy="225968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503FE0-8306-4751-933F-EC46DF67334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814" b="8453"/>
          <a:stretch/>
        </p:blipFill>
        <p:spPr>
          <a:xfrm>
            <a:off x="0" y="0"/>
            <a:ext cx="2880000" cy="195738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8ECE844-6D64-45AD-8FA5-0D20D2D74BB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7409"/>
          <a:stretch/>
        </p:blipFill>
        <p:spPr>
          <a:xfrm>
            <a:off x="0" y="4560610"/>
            <a:ext cx="2880000" cy="2297390"/>
          </a:xfrm>
          <a:prstGeom prst="rect">
            <a:avLst/>
          </a:prstGeom>
        </p:spPr>
      </p:pic>
      <p:pic>
        <p:nvPicPr>
          <p:cNvPr id="5122" name="Picture 2" descr="Isometric Environmental Pollution Water Ecology Set Stock Vector (Royalty  Free) 1668313648 | Shutterstock">
            <a:extLst>
              <a:ext uri="{FF2B5EF4-FFF2-40B4-BE49-F238E27FC236}">
                <a16:creationId xmlns:a16="http://schemas.microsoft.com/office/drawing/2014/main" id="{CE495E01-D6E4-43DF-9342-AE5DD74C58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49"/>
          <a:stretch/>
        </p:blipFill>
        <p:spPr bwMode="auto">
          <a:xfrm>
            <a:off x="9312000" y="4598316"/>
            <a:ext cx="2880000" cy="2259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2,182 Toxic Green Air Stock Vectors and Vector Art | Shutterstock">
            <a:extLst>
              <a:ext uri="{FF2B5EF4-FFF2-40B4-BE49-F238E27FC236}">
                <a16:creationId xmlns:a16="http://schemas.microsoft.com/office/drawing/2014/main" id="{6C028D1C-C29B-43A1-9DBA-887E343C95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0" b="11900"/>
          <a:stretch/>
        </p:blipFill>
        <p:spPr bwMode="auto">
          <a:xfrm>
            <a:off x="0" y="1957388"/>
            <a:ext cx="2880000" cy="2640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Environmental pollution types vector flat isometric flowchart | Premium  Vector">
            <a:extLst>
              <a:ext uri="{FF2B5EF4-FFF2-40B4-BE49-F238E27FC236}">
                <a16:creationId xmlns:a16="http://schemas.microsoft.com/office/drawing/2014/main" id="{D49D3EC9-3AD0-4155-BB2E-6B58A2B0AB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7" b="1898"/>
          <a:stretch/>
        </p:blipFill>
        <p:spPr bwMode="auto">
          <a:xfrm>
            <a:off x="9312000" y="2218590"/>
            <a:ext cx="2880000" cy="240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532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213F8E-8BBD-4455-95A8-AB145E819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the system work?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BC3B975-F538-4858-AFA9-383584E6E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407125"/>
            <a:ext cx="5040001" cy="3600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375AFFD-5AFB-4CA7-8CA5-DBF76DCBC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800" y="2407125"/>
            <a:ext cx="504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028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213F8E-8BBD-4455-95A8-AB145E819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C08AC46-B34D-4422-AB99-5058A44E6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600" y="1690688"/>
            <a:ext cx="8668800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849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431E0D-D35C-4054-AAA1-AF18A5F88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2880000"/>
            <a:ext cx="6432000" cy="1098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Thank you for your attention!</a:t>
            </a:r>
            <a:endParaRPr lang="ru-RU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DC779D0-F202-4814-AA27-3152E460A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Изометрическая промышленность Стоковый вектор ©macrovector 77157789">
            <a:extLst>
              <a:ext uri="{FF2B5EF4-FFF2-40B4-BE49-F238E27FC236}">
                <a16:creationId xmlns:a16="http://schemas.microsoft.com/office/drawing/2014/main" id="{972A2405-9E83-4EF4-B277-014A7716D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2000" y="0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Conjunto isométrico de edificios industriales de elementos para fábricas y  plantas de energía constructor aislado | Vector gratuito">
            <a:extLst>
              <a:ext uri="{FF2B5EF4-FFF2-40B4-BE49-F238E27FC236}">
                <a16:creationId xmlns:a16="http://schemas.microsoft.com/office/drawing/2014/main" id="{EBB66413-6C0C-4E6C-A0FA-2CFA2FE56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2000" y="3978000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Conjunto De Fábrica Isométrica. Edifícios Industriais 3d, Usina E Armazém.  Coleção Isolada Do Vetor. Fábrica Industrial E Armazém, Ilustração Da  Produção Da Fabricação Da Indústria 3d Royalty Free SVG, Cliparts, Vetores,  e">
            <a:extLst>
              <a:ext uri="{FF2B5EF4-FFF2-40B4-BE49-F238E27FC236}">
                <a16:creationId xmlns:a16="http://schemas.microsoft.com/office/drawing/2014/main" id="{5D288E9E-EF49-4414-A3A5-77F3140EB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78000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80328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43</Words>
  <Application>Microsoft Office PowerPoint</Application>
  <PresentationFormat>Широкоэкранный</PresentationFormat>
  <Paragraphs>11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Тема Office</vt:lpstr>
      <vt:lpstr>Smart air pollution monitoring system</vt:lpstr>
      <vt:lpstr>Presentation plan</vt:lpstr>
      <vt:lpstr>Map of global ambient air pollution</vt:lpstr>
      <vt:lpstr> Types of pollution</vt:lpstr>
      <vt:lpstr>How does the system work?</vt:lpstr>
      <vt:lpstr>Conclusion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Air Pollution Monitoring System</dc:title>
  <dc:creator>Bogdan Klimov</dc:creator>
  <cp:lastModifiedBy>Bogdan Klimov</cp:lastModifiedBy>
  <cp:revision>10</cp:revision>
  <dcterms:created xsi:type="dcterms:W3CDTF">2025-09-11T17:21:42Z</dcterms:created>
  <dcterms:modified xsi:type="dcterms:W3CDTF">2025-12-19T06:38:59Z</dcterms:modified>
</cp:coreProperties>
</file>