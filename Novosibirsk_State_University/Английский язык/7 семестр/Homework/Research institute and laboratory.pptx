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57" r:id="rId4"/>
    <p:sldId id="258" r:id="rId5"/>
    <p:sldId id="260" r:id="rId6"/>
    <p:sldId id="259" r:id="rId7"/>
    <p:sldId id="261" r:id="rId8"/>
    <p:sldId id="262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241406-89C7-4F1C-8A09-D1A0F54FBD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A36E05C-AB79-4AFE-A018-6BF380514F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715A047-6E32-4469-A4D9-DF2834578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85-ADB4-44BD-ADC6-D2714BE81523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30CC5E9-FBA0-40EC-853C-628B613DA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AF2DB8D-6518-4EAB-9DB6-4416B1CBE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F34AF-E990-430E-81BF-3BD014782A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06755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8A5D71-2C40-4982-A6B6-2C1C1C0D6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C186E83-B14C-4384-B169-89773637D5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625334-F0C3-4C5E-90C2-A32CB5526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85-ADB4-44BD-ADC6-D2714BE81523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389979C-721E-498C-980B-90D78D361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F665393-AA0A-4940-A0A1-39B3DFDBB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F34AF-E990-430E-81BF-3BD014782A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50853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DF728E-C8E6-49C8-BA46-12563B9C4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D776DD-9324-4762-8E9D-5467F9910C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A7FE350-2E03-4310-9277-CA0E019C5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85-ADB4-44BD-ADC6-D2714BE81523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17C2771-3605-4C6A-8E1E-9D84B0666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68E0F5B-90A6-4A50-A50E-492763919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F34AF-E990-430E-81BF-3BD014782A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5224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F8563D-9427-499B-88F5-099850C31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A3653CC-D0E9-4B39-8669-9BEDAD9923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5F1C5EF-DE79-40D3-B4B3-5178593A3B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D9D91D4-B631-48D5-884E-DB85B7F43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85-ADB4-44BD-ADC6-D2714BE81523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6A96F7E-5D20-441E-BE77-20961E9D7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D0BFB24-6D92-490A-8E29-90E8B2803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F34AF-E990-430E-81BF-3BD014782A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0334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3B81CA-CFC7-47FE-B634-A9734770F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A5E5D5B-2145-4909-9156-C2A8F3E5D9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D48EF6D-8B78-4D36-9855-493AA4A5B7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F5BEE22-FF42-4B7D-87FC-D3F0737CE5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9991AA1-AF55-4318-BE95-2E58B5B027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54503E5-07EA-4E5C-97E6-A955FC971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85-ADB4-44BD-ADC6-D2714BE81523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C922DCB-E383-49CA-B9D5-24F8EDB35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6429563-3E36-41F3-9E85-17C8F2F4F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F34AF-E990-430E-81BF-3BD014782A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31660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2DAB4D3-57E4-42DC-B987-ECE941212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42734AB1-2B11-4B66-914B-6039E9766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85-ADB4-44BD-ADC6-D2714BE81523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1D6C299-C9B2-469A-902F-1861AE7567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F0CF1F6-AB76-4E14-BA17-5795B0E23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F34AF-E990-430E-81BF-3BD014782A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58438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C713645B-A4A6-4558-8849-6BE9AC2CF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85-ADB4-44BD-ADC6-D2714BE81523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9D2F409-3E69-4B9A-8518-00C41DFF2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9627E2D-51CC-4824-81E3-246CEA912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F34AF-E990-430E-81BF-3BD014782A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7487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4F1AD-11DA-418C-A44F-B1A6CD7DB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0228BA7-949D-4E94-BA09-89BEAC8EA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E596434-635D-4759-B35B-22E53E76B2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0FB69B3-C74C-448D-A124-576F1C3A5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85-ADB4-44BD-ADC6-D2714BE81523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541B24F-0CD3-42A2-96D1-E66BE914A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5A8B6CC-09F3-4100-8545-CE05F560B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F34AF-E990-430E-81BF-3BD014782A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0832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75852F-A657-4F52-A585-FB98D1CF6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64ED8E6-5320-481D-9C61-25B3AB374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248EB53-02E6-4734-BD63-1B4E61DBF4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93D4770-6024-4EA3-90A6-9E25607EB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85-ADB4-44BD-ADC6-D2714BE81523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0109605-6D8C-413F-AEB5-86E815187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17D35F8-C8FB-4D7D-BA14-42EB9174D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F34AF-E990-430E-81BF-3BD014782A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19023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4436F0-E596-4076-A581-FA222E93A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E716896-6991-418E-A2A6-CADA1681C5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B4EEAD3-D423-4783-8A62-CA043D722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85-ADB4-44BD-ADC6-D2714BE81523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4355E15-411B-4051-AED2-CE365C6C4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F91505E-208B-4181-AC5C-8416EF61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F34AF-E990-430E-81BF-3BD014782A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7876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890520A-B9C0-419B-BFFB-8E5D5ACFFA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AA0BF27-6879-4DE0-B091-5DF18501C9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D9AE8C0-357C-4701-B894-35BF51665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59D85-ADB4-44BD-ADC6-D2714BE81523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5C552C9-306A-4224-8524-71906C8EB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F47AA3E-AB60-402D-8DE3-40993546B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F34AF-E990-430E-81BF-3BD014782A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40337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7DCCC7-6797-45B1-92BE-D13658F8F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D64D957-C1C5-49A7-8A56-99F860F87A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9186E7-12D5-4CF0-9E37-7FCC2404BF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159D85-ADB4-44BD-ADC6-D2714BE81523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DA645B-0D3A-4527-8559-17CA0CF4FE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EA449CE-42CF-490C-944C-C21C859421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3F34AF-E990-430E-81BF-3BD014782A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8350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775D802-C151-456B-BE7C-64D42DBDC6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3673755"/>
          </a:xfrm>
        </p:spPr>
        <p:txBody>
          <a:bodyPr anchor="ctr"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Institute of Chemical Kinetics and Combustion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B07A0BA-339A-4C39-BBEC-B6366E873D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96118"/>
            <a:ext cx="9144000" cy="461682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Siberian Branch of the Russian Academy of Sciences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0772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4D58DF-5C00-47B2-8226-F79482CA5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Presentation plan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8D1B887-758B-4DDE-9035-5E7DFC1EB0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05200" y="1825625"/>
            <a:ext cx="5181600" cy="4351338"/>
          </a:xfrm>
        </p:spPr>
        <p:txBody>
          <a:bodyPr>
            <a:normAutofit/>
          </a:bodyPr>
          <a:lstStyle/>
          <a:p>
            <a:pPr marL="540000">
              <a:lnSpc>
                <a:spcPct val="16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 information</a:t>
            </a:r>
          </a:p>
          <a:p>
            <a:pPr marL="540000">
              <a:lnSpc>
                <a:spcPct val="16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and structure</a:t>
            </a:r>
          </a:p>
          <a:p>
            <a:pPr marL="540000">
              <a:lnSpc>
                <a:spcPct val="16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Achievements and recognition</a:t>
            </a:r>
          </a:p>
          <a:p>
            <a:pPr marL="540000">
              <a:lnSpc>
                <a:spcPct val="16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My work in the laboratory</a:t>
            </a:r>
          </a:p>
          <a:p>
            <a:pPr marL="540000">
              <a:lnSpc>
                <a:spcPct val="16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6" name="Picture 8" descr="Атом – Бесплатные иконки: образование">
            <a:extLst>
              <a:ext uri="{FF2B5EF4-FFF2-40B4-BE49-F238E27FC236}">
                <a16:creationId xmlns:a16="http://schemas.microsoft.com/office/drawing/2014/main" id="{58D73EBF-A90C-4EEB-B14A-60492BC02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3800" y="141037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9AABC96-55D2-4B6A-A035-7ED08A8ED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200" y="141037"/>
            <a:ext cx="1080000" cy="1080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9A1E83-4087-4A1B-B7B0-4A084F2798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13800" y="5636963"/>
            <a:ext cx="1080000" cy="1080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A33B3B6-A625-41D2-9A6C-6C2AEF32C4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200" y="5636963"/>
            <a:ext cx="1080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093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4D58DF-5C00-47B2-8226-F79482CA5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 information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8D1B887-758B-4DDE-9035-5E7DFC1EB0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200000"/>
              </a:lnSpc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founded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June 21, 1957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200000"/>
              </a:lnSpc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first director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Alexander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Alekseevich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Kovalsky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200000"/>
              </a:lnSpc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current director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Onishchuk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Andrey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Alexandrovich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 descr="10th International seminar on flame strcture">
            <a:extLst>
              <a:ext uri="{FF2B5EF4-FFF2-40B4-BE49-F238E27FC236}">
                <a16:creationId xmlns:a16="http://schemas.microsoft.com/office/drawing/2014/main" id="{6DCE3EF6-3634-4279-ABF5-EAD6A9F187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66600" y="2709000"/>
            <a:ext cx="13872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Атом – Бесплатные иконки: образование">
            <a:extLst>
              <a:ext uri="{FF2B5EF4-FFF2-40B4-BE49-F238E27FC236}">
                <a16:creationId xmlns:a16="http://schemas.microsoft.com/office/drawing/2014/main" id="{58D73EBF-A90C-4EEB-B14A-60492BC02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3800" y="141037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9AABC96-55D2-4B6A-A035-7ED08A8ED2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200" y="141037"/>
            <a:ext cx="1080000" cy="1080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9A1E83-4087-4A1B-B7B0-4A084F2798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13800" y="5636963"/>
            <a:ext cx="1080000" cy="1080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A33B3B6-A625-41D2-9A6C-6C2AEF32C4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200" y="5636963"/>
            <a:ext cx="1080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4910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4D58DF-5C00-47B2-8226-F79482CA5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and structure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8D1B887-758B-4DDE-9035-5E7DFC1EB0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1994" y="1825625"/>
            <a:ext cx="6728012" cy="4351338"/>
          </a:xfrm>
        </p:spPr>
        <p:txBody>
          <a:bodyPr>
            <a:normAutofit/>
          </a:bodyPr>
          <a:lstStyle/>
          <a:p>
            <a:pPr marL="540000">
              <a:lnSpc>
                <a:spcPct val="16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Chemical physics and radiation chemistry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40000">
              <a:lnSpc>
                <a:spcPct val="16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Magnetic spin effects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40000">
              <a:lnSpc>
                <a:spcPct val="16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Nanotechnology and medicine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40000">
              <a:lnSpc>
                <a:spcPct val="16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Instruments and methods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40000">
              <a:lnSpc>
                <a:spcPct val="16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Applied developments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6" name="Picture 8" descr="Атом – Бесплатные иконки: образование">
            <a:extLst>
              <a:ext uri="{FF2B5EF4-FFF2-40B4-BE49-F238E27FC236}">
                <a16:creationId xmlns:a16="http://schemas.microsoft.com/office/drawing/2014/main" id="{58D73EBF-A90C-4EEB-B14A-60492BC02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3800" y="141037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9AABC96-55D2-4B6A-A035-7ED08A8ED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200" y="141037"/>
            <a:ext cx="1080000" cy="1080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9A1E83-4087-4A1B-B7B0-4A084F2798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13800" y="5636963"/>
            <a:ext cx="1080000" cy="1080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A33B3B6-A625-41D2-9A6C-6C2AEF32C4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200" y="5636963"/>
            <a:ext cx="1080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1895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4D58DF-5C00-47B2-8226-F79482CA5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Achievements and recognition</a:t>
            </a:r>
          </a:p>
        </p:txBody>
      </p:sp>
      <p:pic>
        <p:nvPicPr>
          <p:cNvPr id="2056" name="Picture 8" descr="Атом – Бесплатные иконки: образование">
            <a:extLst>
              <a:ext uri="{FF2B5EF4-FFF2-40B4-BE49-F238E27FC236}">
                <a16:creationId xmlns:a16="http://schemas.microsoft.com/office/drawing/2014/main" id="{58D73EBF-A90C-4EEB-B14A-60492BC02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3800" y="141037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9AABC96-55D2-4B6A-A035-7ED08A8ED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200" y="141037"/>
            <a:ext cx="1080000" cy="1080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9A1E83-4087-4A1B-B7B0-4A084F2798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13800" y="5636963"/>
            <a:ext cx="1080000" cy="1080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A33B3B6-A625-41D2-9A6C-6C2AEF32C4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200" y="5636963"/>
            <a:ext cx="1080000" cy="1080000"/>
          </a:xfrm>
          <a:prstGeom prst="rect">
            <a:avLst/>
          </a:prstGeom>
        </p:spPr>
      </p:pic>
      <p:pic>
        <p:nvPicPr>
          <p:cNvPr id="1026" name="Picture 2" descr="Мир оптики: виды, приложения и достижения">
            <a:extLst>
              <a:ext uri="{FF2B5EF4-FFF2-40B4-BE49-F238E27FC236}">
                <a16:creationId xmlns:a16="http://schemas.microsoft.com/office/drawing/2014/main" id="{54A56BAA-B1C4-49AC-9DC3-F98F298C80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9870" y="1914776"/>
            <a:ext cx="3245902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0D9D293-6256-492B-9C0E-21BEAE867A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75129" y="4298864"/>
            <a:ext cx="3841742" cy="216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A5FDF00-70D2-43CF-99B0-4C61B6B49D0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6230" y="1914776"/>
            <a:ext cx="3225600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4875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4D58DF-5C00-47B2-8226-F79482CA5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My work in the laboratory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6" name="Picture 8" descr="Атом – Бесплатные иконки: образование">
            <a:extLst>
              <a:ext uri="{FF2B5EF4-FFF2-40B4-BE49-F238E27FC236}">
                <a16:creationId xmlns:a16="http://schemas.microsoft.com/office/drawing/2014/main" id="{58D73EBF-A90C-4EEB-B14A-60492BC02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3800" y="141037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9AABC96-55D2-4B6A-A035-7ED08A8ED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200" y="141037"/>
            <a:ext cx="1080000" cy="1080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9A1E83-4087-4A1B-B7B0-4A084F2798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13800" y="5636963"/>
            <a:ext cx="1080000" cy="1080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A33B3B6-A625-41D2-9A6C-6C2AEF32C4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200" y="5636963"/>
            <a:ext cx="1080000" cy="1080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F545105-1A8E-45FB-9A8E-D46C181B7E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0570" y="1856963"/>
            <a:ext cx="6470860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4783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4D58DF-5C00-47B2-8226-F79482CA5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6" name="Picture 8" descr="Атом – Бесплатные иконки: образование">
            <a:extLst>
              <a:ext uri="{FF2B5EF4-FFF2-40B4-BE49-F238E27FC236}">
                <a16:creationId xmlns:a16="http://schemas.microsoft.com/office/drawing/2014/main" id="{58D73EBF-A90C-4EEB-B14A-60492BC02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3800" y="141037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9AABC96-55D2-4B6A-A035-7ED08A8ED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200" y="141037"/>
            <a:ext cx="1080000" cy="1080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9A1E83-4087-4A1B-B7B0-4A084F2798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13800" y="5636963"/>
            <a:ext cx="1080000" cy="1080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A33B3B6-A625-41D2-9A6C-6C2AEF32C4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200" y="5636963"/>
            <a:ext cx="1080000" cy="108000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046C738-405B-450F-ADB2-B13A8DB877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5999" y="1856963"/>
            <a:ext cx="7680001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6756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4D58DF-5C00-47B2-8226-F79482CA5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71534"/>
          </a:xfrm>
        </p:spPr>
        <p:txBody>
          <a:bodyPr>
            <a:normAutofit/>
          </a:bodyPr>
          <a:lstStyle/>
          <a:p>
            <a:pPr algn="ctr"/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 for your attention!</a:t>
            </a:r>
            <a:endParaRPr lang="ru-RU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6" name="Picture 8" descr="Атом – Бесплатные иконки: образование">
            <a:extLst>
              <a:ext uri="{FF2B5EF4-FFF2-40B4-BE49-F238E27FC236}">
                <a16:creationId xmlns:a16="http://schemas.microsoft.com/office/drawing/2014/main" id="{58D73EBF-A90C-4EEB-B14A-60492BC02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3800" y="141037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9AABC96-55D2-4B6A-A035-7ED08A8ED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200" y="141037"/>
            <a:ext cx="1080000" cy="1080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9A1E83-4087-4A1B-B7B0-4A084F2798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13800" y="5636963"/>
            <a:ext cx="1080000" cy="1080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A33B3B6-A625-41D2-9A6C-6C2AEF32C4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200" y="5636963"/>
            <a:ext cx="1080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60220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87</Words>
  <Application>Microsoft Office PowerPoint</Application>
  <PresentationFormat>Широкоэкранный</PresentationFormat>
  <Paragraphs>22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Times New Roman</vt:lpstr>
      <vt:lpstr>Тема Office</vt:lpstr>
      <vt:lpstr>Institute of Chemical Kinetics and Combustion</vt:lpstr>
      <vt:lpstr>Presentation plan</vt:lpstr>
      <vt:lpstr>General information</vt:lpstr>
      <vt:lpstr>Research and structure</vt:lpstr>
      <vt:lpstr>Achievements and recognition</vt:lpstr>
      <vt:lpstr>My work in the laboratory</vt:lpstr>
      <vt:lpstr>Conclusion</vt:lpstr>
      <vt:lpstr>Thank you for your attention!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Bogdan Klimov</dc:creator>
  <cp:lastModifiedBy>Bogdan Klimov</cp:lastModifiedBy>
  <cp:revision>15</cp:revision>
  <dcterms:created xsi:type="dcterms:W3CDTF">2025-12-05T19:32:34Z</dcterms:created>
  <dcterms:modified xsi:type="dcterms:W3CDTF">2026-01-09T05:20:08Z</dcterms:modified>
</cp:coreProperties>
</file>