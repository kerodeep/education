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0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41406-89C7-4F1C-8A09-D1A0F54FB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36E05C-AB79-4AFE-A018-6BF380514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15A047-6E32-4469-A4D9-DF283457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CC5E9-FBA0-40EC-853C-628B613D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F2DB8D-6518-4EAB-9DB6-4416B1CB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67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A5D71-2C40-4982-A6B6-2C1C1C0D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186E83-B14C-4384-B169-89773637D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625334-F0C3-4C5E-90C2-A32CB552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89979C-721E-498C-980B-90D78D36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65393-AA0A-4940-A0A1-39B3DFDB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08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F728E-C8E6-49C8-BA46-12563B9C4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D776DD-9324-4762-8E9D-5467F9910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7FE350-2E03-4310-9277-CA0E019C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C2771-3605-4C6A-8E1E-9D84B066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E0F5B-90A6-4A50-A50E-49276391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22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8563D-9427-499B-88F5-099850C3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3653CC-D0E9-4B39-8669-9BEDAD992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F1C5EF-DE79-40D3-B4B3-5178593A3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9D91D4-B631-48D5-884E-DB85B7F4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A96F7E-5D20-441E-BE77-20961E9D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0BFB24-6D92-490A-8E29-90E8B280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334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B81CA-CFC7-47FE-B634-A9734770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5E5D5B-2145-4909-9156-C2A8F3E5D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48EF6D-8B78-4D36-9855-493AA4A5B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5BEE22-FF42-4B7D-87FC-D3F0737CE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991AA1-AF55-4318-BE95-2E58B5B02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4503E5-07EA-4E5C-97E6-A955FC97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922DCB-E383-49CA-B9D5-24F8EDB3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429563-3E36-41F3-9E85-17C8F2F4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16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B4D3-57E4-42DC-B987-ECE94121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2734AB1-2B11-4B66-914B-6039E976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D6C299-C9B2-469A-902F-1861AE75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0CF1F6-AB76-4E14-BA17-5795B0E2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43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713645B-A4A6-4558-8849-6BE9AC2C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D2F409-3E69-4B9A-8518-00C41DFF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627E2D-51CC-4824-81E3-246CEA91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48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4F1AD-11DA-418C-A44F-B1A6CD7D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228BA7-949D-4E94-BA09-89BEAC8E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596434-635D-4759-B35B-22E53E76B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FB69B3-C74C-448D-A124-576F1C3A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41B24F-0CD3-42A2-96D1-E66BE914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A8B6CC-09F3-4100-8545-CE05F560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83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5852F-A657-4F52-A585-FB98D1CF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4ED8E6-5320-481D-9C61-25B3AB374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48EB53-02E6-4734-BD63-1B4E61DBF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3D4770-6024-4EA3-90A6-9E25607E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109605-6D8C-413F-AEB5-86E81518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7D35F8-C8FB-4D7D-BA14-42EB9174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90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436F0-E596-4076-A581-FA222E93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716896-6991-418E-A2A6-CADA1681C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EEAD3-D423-4783-8A62-CA043D72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355E15-411B-4051-AED2-CE365C6C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91505E-208B-4181-AC5C-8416EF61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87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890520A-B9C0-419B-BFFB-8E5D5ACFF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A0BF27-6879-4DE0-B091-5DF18501C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AE8C0-357C-4701-B894-35BF5166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C552C9-306A-4224-8524-71906C8E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47AA3E-AB60-402D-8DE3-40993546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03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DCCC7-6797-45B1-92BE-D13658F8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64D957-C1C5-49A7-8A56-99F860F87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186E7-12D5-4CF0-9E37-7FCC2404B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59D85-ADB4-44BD-ADC6-D2714BE8152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DA645B-0D3A-4527-8559-17CA0CF4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A449CE-42CF-490C-944C-C21C85942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F34AF-E990-430E-81BF-3BD014782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3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5D802-C151-456B-BE7C-64D42DBDC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67375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Chemical Kinetics and Combustion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07A0BA-339A-4C39-BBEC-B6366E873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6118"/>
            <a:ext cx="9144000" cy="4616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Siberian Branch of the Russian Academy of Sciences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77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plan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1B887-758B-4DDE-9035-5E7DFC1E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structure</a:t>
            </a: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 and recognition</a:t>
            </a: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work in the laboratory</a:t>
            </a: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93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1B887-758B-4DDE-9035-5E7DFC1E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founded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21, 1957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director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Alexander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Alekseevich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Kovalsky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director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Onishchuk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Andrey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Alexandrovich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10th International seminar on flame strcture">
            <a:extLst>
              <a:ext uri="{FF2B5EF4-FFF2-40B4-BE49-F238E27FC236}">
                <a16:creationId xmlns:a16="http://schemas.microsoft.com/office/drawing/2014/main" id="{6DCE3EF6-3634-4279-ABF5-EAD6A9F18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600" y="2709000"/>
            <a:ext cx="13872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9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structure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1B887-758B-4DDE-9035-5E7DFC1E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physics and radiation chemistry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spin effects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Nanotechnology and medicine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Instruments and methods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developments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9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 and recognition</a:t>
            </a:r>
          </a:p>
        </p:txBody>
      </p:sp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  <p:pic>
        <p:nvPicPr>
          <p:cNvPr id="1026" name="Picture 2" descr="Мир оптики: виды, приложения и достижения">
            <a:extLst>
              <a:ext uri="{FF2B5EF4-FFF2-40B4-BE49-F238E27FC236}">
                <a16:creationId xmlns:a16="http://schemas.microsoft.com/office/drawing/2014/main" id="{54A56BAA-B1C4-49AC-9DC3-F98F298C8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870" y="1914776"/>
            <a:ext cx="3245902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D9D293-6256-492B-9C0E-21BEAE867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129" y="4298864"/>
            <a:ext cx="3841742" cy="216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5FDF00-70D2-43CF-99B0-4C61B6B49D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230" y="1914776"/>
            <a:ext cx="32256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87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work in the laboratory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45105-1A8E-45FB-9A8E-D46C181B7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0570" y="1856963"/>
            <a:ext cx="647086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7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46C738-405B-450F-ADB2-B13A8DB877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999" y="1856963"/>
            <a:ext cx="7680001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7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D58DF-5C00-47B2-8226-F79482CA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1534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Атом – Бесплатные иконки: образование">
            <a:extLst>
              <a:ext uri="{FF2B5EF4-FFF2-40B4-BE49-F238E27FC236}">
                <a16:creationId xmlns:a16="http://schemas.microsoft.com/office/drawing/2014/main" id="{58D73EBF-A90C-4EEB-B14A-60492BC0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800" y="14103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ABC96-55D2-4B6A-A035-7ED08A8ED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0" y="141037"/>
            <a:ext cx="1080000" cy="108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9A1E83-4087-4A1B-B7B0-4A084F27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800" y="5636963"/>
            <a:ext cx="1080000" cy="10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3B3B6-A625-41D2-9A6C-6C2AEF32C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00" y="563696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02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87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Institute of Chemical Kinetics and Combustion</vt:lpstr>
      <vt:lpstr>Presentation plan</vt:lpstr>
      <vt:lpstr>General information</vt:lpstr>
      <vt:lpstr>Research and structure</vt:lpstr>
      <vt:lpstr>Achievements and recognition</vt:lpstr>
      <vt:lpstr>My work in the laboratory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Bogdan Klimov</dc:creator>
  <cp:lastModifiedBy>Bogdan Klimov</cp:lastModifiedBy>
  <cp:revision>13</cp:revision>
  <dcterms:created xsi:type="dcterms:W3CDTF">2025-12-05T19:32:34Z</dcterms:created>
  <dcterms:modified xsi:type="dcterms:W3CDTF">2025-12-19T06:10:58Z</dcterms:modified>
</cp:coreProperties>
</file>