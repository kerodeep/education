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6DDE69-EAC7-4218-9CB1-EB9F6AC64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F5A511-69A7-4BE2-9651-DBE2D5388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E8AE64-7551-4A0C-9F18-CA550629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035B-3557-4665-A009-B801C18140F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295A08-73CC-4AAB-8E4D-41520EFF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321A48-98DD-4709-B4F0-43C6C1F3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A37C-1DFA-4BEF-939E-7D5A8E60A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130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4B1A2-339B-40B3-8839-335A3DF6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AD712F-E793-4A0A-800A-A2CEC1EAE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72E538-6C34-4AFA-8681-32E5336C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035B-3557-4665-A009-B801C18140F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49C182-5B10-4E27-8E78-B1290E49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D7E365-6623-459A-9875-61CCA795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A37C-1DFA-4BEF-939E-7D5A8E60A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98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6CAEB-DB6A-4AA6-A835-47824FC6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AC292C-34BE-44BD-A913-0DF1B1B08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F7EDE4-A8F6-406E-95F4-BB5648027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035B-3557-4665-A009-B801C18140F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F33612-A7B0-46F0-A0F8-9FFCD5E8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5AC06A-F989-463D-A2CD-C54AFB8C0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A37C-1DFA-4BEF-939E-7D5A8E60A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6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D8B571-9B35-4E06-978D-47E4B0DB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8F8A1F-1B69-4D1E-AD40-AE00212D8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BC42C0-7D71-4A17-9A50-825944C05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B1961A-0441-475C-AFA1-9B30ABA52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035B-3557-4665-A009-B801C18140F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01F531B-056F-49E4-8F29-B570C37D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B08D3F-16B3-4085-ABAE-BAE5A80C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A37C-1DFA-4BEF-939E-7D5A8E60A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832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E74B7-19F0-4FA4-9704-1F0A3CDE3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2202A4-8250-4C6E-BB18-FE5563048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2272BE-930E-46A9-9F1D-F6948D295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07F6A5D-3448-4DF0-8005-45D2186169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2246EC-F828-4D1B-8221-50ABDB50AF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1DA00DE-D272-4D78-B192-C161F644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035B-3557-4665-A009-B801C18140F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4A61541-0589-488A-97DF-B8A0F5AE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487DE1-AB93-40FD-8949-8C41CD04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A37C-1DFA-4BEF-939E-7D5A8E60A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16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9AAF0-0A3D-4563-9858-70B3B614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83BFDA-1D8F-46FE-B51A-2A71EA49C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035B-3557-4665-A009-B801C18140F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C187D1F-0036-4B15-B4DC-AE995BB80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1DE29A-8D2F-4237-ADA9-27EA5B73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A37C-1DFA-4BEF-939E-7D5A8E60A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032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787D66-C866-442B-BC02-492CE5FA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035B-3557-4665-A009-B801C18140F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ED78D16-CB2E-40FE-832C-ADE275B0E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632CAE-D7C3-4953-862D-5C1134A7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A37C-1DFA-4BEF-939E-7D5A8E60A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429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A5E8A-6092-49CA-A476-7B2BD716B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E0EB54-E886-4BFC-86B9-4CE4A44A2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30D070-581B-4984-93FC-F4F0723AE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9E02D4-57BD-4557-871D-86AD1E78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035B-3557-4665-A009-B801C18140F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51EF5E-82F5-48DF-8EE9-6FEFA500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5ABD0E-1E8C-4E61-9999-92EDF8A73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A37C-1DFA-4BEF-939E-7D5A8E60A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873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D6795-20E0-4592-BB9B-0EC853DB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C6AB83D-C23F-41EF-A115-0F58CB027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D2AC2-FEEC-413E-8585-E18A48D2F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8404E0-8CB2-4FCE-AE57-48653064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035B-3557-4665-A009-B801C18140F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F71046-DFBB-4244-B05F-EE5005AE9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E2A6E6-FF29-41B3-B167-5D8D1201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A37C-1DFA-4BEF-939E-7D5A8E60A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775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7BCDD-F3E6-40AE-B80F-AAB19E0F9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3AE4AA-A893-40EB-8502-A15177E9D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910167-00A8-46EF-9286-D0BA4CAE3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035B-3557-4665-A009-B801C18140F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357F0F-B844-4DB5-9F66-B771A5995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419453-624E-4F7A-8C25-CCB125B81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A37C-1DFA-4BEF-939E-7D5A8E60A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22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36F3CED-A73E-4838-AE61-8BC3D58FC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FADCB6-1488-4A4D-9415-004A9F73E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0D1C59-38F3-40F7-801B-BF3D21EC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8035B-3557-4665-A009-B801C18140F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07764D-CD81-4169-90A7-91D9B5ED8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2C388D-E7B2-4E35-B003-9035E240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A37C-1DFA-4BEF-939E-7D5A8E60A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52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5E5F36-10B5-470A-A33F-2B7564B30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71266D-429F-419B-8346-67D6DA932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FBC756-A741-428C-9D53-90A49DD99D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8035B-3557-4665-A009-B801C18140F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51C28D-672A-4CFF-BE6A-D04C47FD1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039FE0-82A9-4D61-8B27-EFC4BA02BB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1A37C-1DFA-4BEF-939E-7D5A8E60A3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145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Квантовые компьютеры в России и мире: как развивается технология | РБК  Тренды">
            <a:extLst>
              <a:ext uri="{FF2B5EF4-FFF2-40B4-BE49-F238E27FC236}">
                <a16:creationId xmlns:a16="http://schemas.microsoft.com/office/drawing/2014/main" id="{F5FD0726-91C0-4B85-BC59-9BB2F6D4FC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0001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58D99-74BF-42E3-A5A9-5CC3CE2F4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computers – a computing revolution</a:t>
            </a:r>
            <a:endParaRPr lang="ru-RU" sz="7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11DFCF-A616-4E2F-8DEF-20ADEB0F8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6330"/>
            <a:ext cx="9144000" cy="1653308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promising discovery that will change the future</a:t>
            </a:r>
            <a:endParaRPr lang="ru-RU" sz="48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801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Picture 14" descr="Россия среди мировых лидеров. Ученые создали 50-кубитный ионный квантовый  компьютер">
            <a:extLst>
              <a:ext uri="{FF2B5EF4-FFF2-40B4-BE49-F238E27FC236}">
                <a16:creationId xmlns:a16="http://schemas.microsoft.com/office/drawing/2014/main" id="{DE37C235-306C-4277-92EE-936A38AE48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61C2E7-FE47-4234-8A5F-D3473447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plan</a:t>
            </a:r>
            <a:endParaRPr lang="ru-RU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A0871F-51EB-4D71-BC7A-7D176DA3C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227"/>
            <a:ext cx="10515600" cy="449658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What is a quantum computer?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 – Qubits, superposition, and entanglement.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Breakthroughs and applications – Medicine, cryptography, AI.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future – When will quantum computers become mainstream?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– Why this discovery matters.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190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B1915-538D-45BD-9AB9-07B1AAC2D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quantum computer and how does it work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3074" name="Picture 2" descr="Квантовый компьютер - суть работы и где он используется в России">
            <a:extLst>
              <a:ext uri="{FF2B5EF4-FFF2-40B4-BE49-F238E27FC236}">
                <a16:creationId xmlns:a16="http://schemas.microsoft.com/office/drawing/2014/main" id="{36A7AE68-A934-41E9-BDDD-7F8644AB7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2590652"/>
            <a:ext cx="476250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43892E7-5BE8-4BDC-BBBC-F6F28E32B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0" y="2985940"/>
            <a:ext cx="47625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700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A8BB9F-3650-48A2-B73C-1435CBF68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7386" y="490195"/>
            <a:ext cx="5154614" cy="1655762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of quantum computers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36F003-CAD3-402E-A9CF-E299BDF83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5137" y="2636151"/>
            <a:ext cx="4006393" cy="373165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Decoherence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and errors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quantum algorithms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risks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Quantum Computing and its Economic Impact: Why You Should Care">
            <a:extLst>
              <a:ext uri="{FF2B5EF4-FFF2-40B4-BE49-F238E27FC236}">
                <a16:creationId xmlns:a16="http://schemas.microsoft.com/office/drawing/2014/main" id="{D0BE68DB-6CB8-4A54-AC93-580737087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0373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043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B6A1C4-77A0-4496-AFD6-115BADF1AF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53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5273C2E-DB27-420C-BCCA-001D96CF2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85122"/>
            <a:ext cx="10515600" cy="1809945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endParaRPr lang="ru-RU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882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97</Words>
  <Application>Microsoft Office PowerPoint</Application>
  <PresentationFormat>Широкоэкранный</PresentationFormat>
  <Paragraphs>17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Quantum computers – a computing revolution</vt:lpstr>
      <vt:lpstr>Presentation plan</vt:lpstr>
      <vt:lpstr>What is a quantum computer and how does it work?</vt:lpstr>
      <vt:lpstr>Problems of quantum computers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Computers – A Computing Revolution</dc:title>
  <dc:creator>Bogdan Klimov</dc:creator>
  <cp:lastModifiedBy>Bogdan Klimov</cp:lastModifiedBy>
  <cp:revision>10</cp:revision>
  <dcterms:created xsi:type="dcterms:W3CDTF">2025-04-03T07:34:16Z</dcterms:created>
  <dcterms:modified xsi:type="dcterms:W3CDTF">2025-12-18T20:02:39Z</dcterms:modified>
</cp:coreProperties>
</file>