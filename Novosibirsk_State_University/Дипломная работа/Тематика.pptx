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7" r:id="rId2"/>
    <p:sldId id="257" r:id="rId3"/>
    <p:sldId id="259" r:id="rId4"/>
    <p:sldId id="260" r:id="rId5"/>
    <p:sldId id="266" r:id="rId6"/>
    <p:sldId id="265" r:id="rId7"/>
    <p:sldId id="273" r:id="rId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ogdan Klimov" initials="BK" lastIdx="1" clrIdx="0">
    <p:extLst>
      <p:ext uri="{19B8F6BF-5375-455C-9EA6-DF929625EA0E}">
        <p15:presenceInfo xmlns:p15="http://schemas.microsoft.com/office/powerpoint/2012/main" userId="f37532ac853aedfb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Средний стиль 2 —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954" y="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commentAuthors" Target="commentAuthor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DE38DD-B485-45BD-AF6B-246E9A8CD0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D167421-9F64-45AA-8C55-07A96EB9B0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FE1E794-82D3-471C-AC9B-3B17A5CCFE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17.02.2026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7E12BF7-A961-44FB-B9D3-D7EF8554D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9843FFC-C68B-47A1-8296-154DB3F42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1096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107AFC-401A-4A4A-8221-5A00CB349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3318472-A46A-44F1-82C1-31C4BF74DA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2766AFD-F623-46EF-98A4-5A9CFDD1B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17.02.2026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019AD00-8B3E-4B6F-BB4F-3174FE44D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121E5B9-35E2-4F96-97D8-604BD9E48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24097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D5BC43-6DF5-4C5D-A24E-EF639743E1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8D774D7-C471-4BBE-90FA-855CF73584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BCEDB28-0D5F-4BCF-BE20-5EEB327C8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17.02.2026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4F70DDC-AB2F-4866-85C9-D5620F3FA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C24C878-14F7-4529-8B25-8C2EA01988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91727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1F81399-F7A5-40DB-A294-92531CBD0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89E02C6-88F1-4BE7-BF06-A8D8330083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A07C207-8664-4379-9EF3-A0A3931D4C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04CD243-837C-49D8-BEE1-91ACC672BA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17.02.2026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E419B6C-A51C-4429-95FC-3008D4FC5F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6789D59-1875-4ABA-A7A7-BAAF682F0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74849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B666D48-841C-4778-906E-64596CC00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3A0A8E8-0420-43E7-A96A-47D647316C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0C9AF56-3587-4EA5-B695-5E86E35A6E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37CF366-3AC5-450C-AE6E-7ADB032B07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0F42913D-480C-4A44-9256-ABAC9C69A7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7676AFBE-44D2-41D2-9537-60F8BBA81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17.02.2026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AAA6592E-F9C4-46A2-9F22-84DDD6F21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1E1ABB0B-5C75-4F8C-AC3B-A5A1547C4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67426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CA9DFEC-2AC6-4692-8BE2-B2AFC4258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F09579B-BEC3-453C-B346-E67D49D17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17.02.2026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22E92755-A2AA-464F-B6C2-0D111F14E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2FC87BA-2D11-4516-9F11-4C0431DAE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23342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232417D-4FA2-4894-A1F7-E88D99F05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17.02.2026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92E8C622-28A2-4BED-A697-0DFC0D2CD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2F37DEE-7DAC-451E-9B0C-DAE304245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5008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394974-6247-4DB9-90BD-B89342DD5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47BC104-AD9B-4CF2-9296-AF3889DB2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A4EB78F-E2DC-4488-A98D-E31E1DB3F5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10B1F81-C3EC-459A-8113-8B22D4096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17.02.2026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F45122B-4DE1-45AA-AE72-7D7D84C22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F4B014D-EA55-42F9-A940-E5B2D98A0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9823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587A11-492C-40E0-B45B-383EBDEB5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7755B36E-E810-488D-B035-A1D652BEFE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8407065-BB5B-4F4A-A2A2-1A944BF09F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AB5FC58-FE33-4FD6-8354-B2892222C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17.02.2026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2994B10-D2D3-46B9-969E-672CE0B15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CA6B2BC-F0DA-4FE6-9C82-7EF74C8E8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767966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F111489-965D-4D38-BACB-F21669E35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8C8DD04-4E29-49DF-BB9A-478E90F1CC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F598401-5981-4DF8-BE47-A32D16B36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17.02.2026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2798CEA-4BA9-4177-9079-DED39AEDB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57268CB-1D5D-4CF8-AA80-A14F22B96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22166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2E16E5E7-A4F2-4A1B-B4F9-AC20F55529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C447BDE-2EB5-426D-B8D1-E726EEC8E1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C2647C0-57BC-478A-88F1-459C092DF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17.02.2026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BD5A7C8-9514-46D5-A5B8-BDFA88F0B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19E341C-FCBC-44D6-BD75-3C87199E1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63732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0A0EE9F-DB49-496F-85E1-8D475E707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F971459-0701-4F30-B8C9-22EE571ABB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DD10163-FA5C-4AFC-94E4-3BD6BA709E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A0B553-31EF-4B1D-9EAB-410AD6CA89D0}" type="datetimeFigureOut">
              <a:rPr lang="ru-RU" smtClean="0"/>
              <a:t>17.02.2026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20F9B26-2864-4043-BE8C-C055582BBC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1ACAA84-8D25-4FE2-A9C2-B0A371C822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15990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09E791-085C-4CDA-8F96-C54D1FA07C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15153"/>
            <a:ext cx="9144000" cy="5755342"/>
          </a:xfrm>
        </p:spPr>
        <p:txBody>
          <a:bodyPr anchor="ctr">
            <a:normAutofit fontScale="90000"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обеспечения для автоматизированного проведения экспериментов по изучению механизмов генерации синглетного кислорода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F8345CE-A702-49C0-BBBD-34AF53801B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6753" y="5970495"/>
            <a:ext cx="6795247" cy="887504"/>
          </a:xfrm>
        </p:spPr>
        <p:txBody>
          <a:bodyPr>
            <a:normAutofit/>
          </a:bodyPr>
          <a:lstStyle/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Студент: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Климов Богдан Алексеевич, гр. 22357</a:t>
            </a: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Научный</a:t>
            </a:r>
            <a:r>
              <a:rPr lang="ru-RU" sz="1800" b="1" spc="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к.ф.-м.н.,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Ершов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Кирилл</a:t>
            </a:r>
            <a:r>
              <a:rPr lang="ru-RU" sz="1800" spc="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Сергеевич</a:t>
            </a:r>
            <a:endParaRPr lang="ru-RU" sz="1800" spc="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Место прохождения практики: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114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ИХКГ</a:t>
            </a:r>
            <a:r>
              <a:rPr lang="ru-RU" sz="1800" spc="1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РАН,</a:t>
            </a:r>
            <a:r>
              <a:rPr lang="ru-RU" sz="1800" spc="1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гр.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МФД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42556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Область исследования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t"/>
          <a:lstStyle/>
          <a:p>
            <a:pPr marL="0" indent="45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Автоматизация проведения экспериментальных исследований, включающая управление оборудованием и обработку данных в реальном времени.</a:t>
            </a:r>
          </a:p>
        </p:txBody>
      </p:sp>
      <p:pic>
        <p:nvPicPr>
          <p:cNvPr id="5" name="object 4">
            <a:extLst>
              <a:ext uri="{FF2B5EF4-FFF2-40B4-BE49-F238E27FC236}">
                <a16:creationId xmlns:a16="http://schemas.microsoft.com/office/drawing/2014/main" id="{D2D9FDAC-18E2-4473-B2A1-964535786EDD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804092" y="2259938"/>
            <a:ext cx="2880000" cy="2160000"/>
          </a:xfrm>
          <a:prstGeom prst="rect">
            <a:avLst/>
          </a:prstGeom>
        </p:spPr>
      </p:pic>
      <p:pic>
        <p:nvPicPr>
          <p:cNvPr id="6" name="object 5">
            <a:extLst>
              <a:ext uri="{FF2B5EF4-FFF2-40B4-BE49-F238E27FC236}">
                <a16:creationId xmlns:a16="http://schemas.microsoft.com/office/drawing/2014/main" id="{31FF4CF1-4660-44C5-8D70-E4521D9ADB2C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138946" y="2256992"/>
            <a:ext cx="5040000" cy="2160000"/>
          </a:xfrm>
          <a:prstGeom prst="rect">
            <a:avLst/>
          </a:prstGeom>
        </p:spPr>
      </p:pic>
      <p:pic>
        <p:nvPicPr>
          <p:cNvPr id="7" name="object 4">
            <a:extLst>
              <a:ext uri="{FF2B5EF4-FFF2-40B4-BE49-F238E27FC236}">
                <a16:creationId xmlns:a16="http://schemas.microsoft.com/office/drawing/2014/main" id="{809834D5-8FDB-4F2F-AB51-791D9E21C0EA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804092" y="4473804"/>
            <a:ext cx="5040000" cy="2160000"/>
          </a:xfrm>
          <a:prstGeom prst="rect">
            <a:avLst/>
          </a:prstGeom>
        </p:spPr>
      </p:pic>
      <p:pic>
        <p:nvPicPr>
          <p:cNvPr id="8" name="object 5">
            <a:extLst>
              <a:ext uri="{FF2B5EF4-FFF2-40B4-BE49-F238E27FC236}">
                <a16:creationId xmlns:a16="http://schemas.microsoft.com/office/drawing/2014/main" id="{93925ED7-7E9C-4C09-99B0-06795F79790A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298946" y="4473804"/>
            <a:ext cx="2880000" cy="2160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D912AC2-9FA4-4C68-8E7A-052EC0D44478}"/>
              </a:ext>
            </a:extLst>
          </p:cNvPr>
          <p:cNvSpPr txBox="1"/>
          <p:nvPr/>
        </p:nvSpPr>
        <p:spPr>
          <a:xfrm>
            <a:off x="11832000" y="6498000"/>
            <a:ext cx="360000" cy="36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332102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ctr"/>
          <a:lstStyle/>
          <a:p>
            <a:pPr marL="0" indent="45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Ручное проведение эксперимента регистрации ИК-спектров и сигналов, возникающих при генерации синглетного кислорода, затрудняет возможность изучать механизмы генерации синглетного кислорода в очень активных комплексах, так как считывание и обработка данных занимает много времени и требует постоянного присутствия исследователя. Также, ускорение процесса считывания и обработки необходимо при быстром расходе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фотовозбуждаемого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соединения, которое ответственно за генерацию синглетного кислорода.</a:t>
            </a:r>
          </a:p>
          <a:p>
            <a:pPr marL="0" indent="45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Данная работа поможет снизить время проведения экспериментов, увеличит точность и снизит риск возникновения ошибок.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74943F-FFE7-425C-9511-A7C78B89F2E2}"/>
              </a:ext>
            </a:extLst>
          </p:cNvPr>
          <p:cNvSpPr txBox="1"/>
          <p:nvPr/>
        </p:nvSpPr>
        <p:spPr>
          <a:xfrm>
            <a:off x="11832000" y="6498000"/>
            <a:ext cx="360000" cy="36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3725002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t">
            <a:normAutofit/>
          </a:bodyPr>
          <a:lstStyle/>
          <a:p>
            <a:pPr marL="0" indent="45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>
                <a:latin typeface="Times New Roman" panose="02020603050405020304" pitchFamily="18" charset="0"/>
                <a:cs typeface="Times New Roman" panose="02020603050405020304" pitchFamily="18" charset="0"/>
              </a:rPr>
              <a:t>Уменьшить время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проведения эксперимента по изучению механизмов генерации синглетного кислорода, увеличить точность вычислений.</a:t>
            </a:r>
          </a:p>
        </p:txBody>
      </p:sp>
      <p:pic>
        <p:nvPicPr>
          <p:cNvPr id="4" name="object 4">
            <a:extLst>
              <a:ext uri="{FF2B5EF4-FFF2-40B4-BE49-F238E27FC236}">
                <a16:creationId xmlns:a16="http://schemas.microsoft.com/office/drawing/2014/main" id="{D877E834-6457-4202-A69A-640051929E2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56000" y="2367670"/>
            <a:ext cx="6480000" cy="432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38F85CF-AFB2-4120-82A1-1973C4725A47}"/>
              </a:ext>
            </a:extLst>
          </p:cNvPr>
          <p:cNvSpPr txBox="1"/>
          <p:nvPr/>
        </p:nvSpPr>
        <p:spPr>
          <a:xfrm>
            <a:off x="11832000" y="6498000"/>
            <a:ext cx="360000" cy="36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5762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ctr">
            <a:normAutofit fontScale="77500" lnSpcReduction="20000"/>
          </a:bodyPr>
          <a:lstStyle/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Создать ПО, через которое можно будет управлять всеми компонентами эксперимента: управления длинной волны лазера через OPO и управление полосой пропускания, шагом для монохроматора и количества повторений проходов по длинам волн.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ПО должно отвечать за автоматически сбор данных с оборудования: считывание сигнала с осциллографа и измерителя энергии. По полученным данным с осциллографа будет рассчитываться спектр ИК-люминесценции с помощью интегрирования сигнала с интерактивным заданием границ и по полученным данным будет производиться аппроксимация спектра. Полученные данные с измерителя энергии помогут следить за энергией лазерного импульса в реальном времени, а также измерять зависимость амплитуды сигнала, полученного с осциллографа, от энергии лазерного импульса, что важно для определения механизмов генерации синглетного кислорода, а также для определения квантового выхода синглетного кислорода для новых веществ или слабоизученных соединений.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Реализация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автокалибровки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через ПО на известном веществе или светодиоде, что очень важно для точного определения спектров ИК-люминесценции синглетного кислорода при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фотовозбуждении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малоизученных веществ. За счет этого программа сможет проверять корректность длины волны монохроматора.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Провести тестирование ПО в реальных условиях эксперимента. Оценить скорость, точность и удобство работы по сравнению с ручными методами.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53369A-29E8-4664-BDC0-5F5B19198412}"/>
              </a:ext>
            </a:extLst>
          </p:cNvPr>
          <p:cNvSpPr txBox="1"/>
          <p:nvPr/>
        </p:nvSpPr>
        <p:spPr>
          <a:xfrm>
            <a:off x="11832000" y="6498000"/>
            <a:ext cx="360000" cy="36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9854564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330"/>
            <a:ext cx="10515600" cy="7620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Ожидаемые результаты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30"/>
            <a:ext cx="10515600" cy="5755340"/>
          </a:xfrm>
        </p:spPr>
        <p:txBody>
          <a:bodyPr anchor="ctr">
            <a:normAutofit lnSpcReduction="10000"/>
          </a:bodyPr>
          <a:lstStyle/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Будет разработан и реализован в ПО формализованный алгоритм проведения экспериментов. Это позволит получать точнее и быстрее спектры ИК-люминесценции синглетного кислорода, в частности, спектры ИК-люминесценции синглетного кислорода от длины волны возбуждения лазерного импульса.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Будет разработано программное обеспечение, которое собирает данные с осциллографа и измерителя энергии и сразу проводит их обработку с помощью двух независимых методов для вычисления спектра и расчета зависимости интенсивности сигнала от энергии лазерного импульса.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Будет реализована и протестирована встроенная процедура автоматической калибровки системы на эталонном веществе или светодиоде с известными спектральными характеристиками.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Будет протестировано ПО в реальных условиях эксперимента.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BFE8D5-91E9-416F-9CCB-F4DC9EA6BA78}"/>
              </a:ext>
            </a:extLst>
          </p:cNvPr>
          <p:cNvSpPr txBox="1"/>
          <p:nvPr/>
        </p:nvSpPr>
        <p:spPr>
          <a:xfrm>
            <a:off x="11832000" y="6498000"/>
            <a:ext cx="360000" cy="36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2924139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09E791-085C-4CDA-8F96-C54D1FA07C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15153"/>
            <a:ext cx="9144000" cy="5755342"/>
          </a:xfrm>
        </p:spPr>
        <p:txBody>
          <a:bodyPr anchor="ctr">
            <a:normAutofit fontScale="90000"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обеспечения для автоматизированного проведения экспериментов по изучению механизмов генерации синглетного кислорода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F8345CE-A702-49C0-BBBD-34AF53801B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6753" y="5970495"/>
            <a:ext cx="6795247" cy="887504"/>
          </a:xfrm>
        </p:spPr>
        <p:txBody>
          <a:bodyPr>
            <a:normAutofit/>
          </a:bodyPr>
          <a:lstStyle/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Студент: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Климов Богдан Алексеевич, гр. 22357</a:t>
            </a: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Научный</a:t>
            </a:r>
            <a:r>
              <a:rPr lang="ru-RU" sz="1800" b="1" spc="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к.ф.-м.н.,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Ершов</a:t>
            </a:r>
            <a:r>
              <a:rPr lang="ru-RU" sz="1800" spc="3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Кирилл</a:t>
            </a:r>
            <a:r>
              <a:rPr lang="ru-RU" sz="1800" spc="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Сергеевич</a:t>
            </a:r>
            <a:endParaRPr lang="ru-RU" sz="1800" spc="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Место прохождения практики: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114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ИХКГ</a:t>
            </a:r>
            <a:r>
              <a:rPr lang="ru-RU" sz="1800" spc="1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РАН,</a:t>
            </a:r>
            <a:r>
              <a:rPr lang="ru-RU" sz="1800" spc="1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гр.</a:t>
            </a:r>
            <a:r>
              <a:rPr lang="ru-RU" sz="1800" spc="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spc="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МФД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20979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485</TotalTime>
  <Words>519</Words>
  <Application>Microsoft Office PowerPoint</Application>
  <PresentationFormat>Широкоэкранный</PresentationFormat>
  <Paragraphs>30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Times New Roman</vt:lpstr>
      <vt:lpstr>Тема Office</vt:lpstr>
      <vt:lpstr>Разработка программного обеспечения для автоматизированного проведения экспериментов по изучению механизмов генерации синглетного кислорода</vt:lpstr>
      <vt:lpstr>Область исследования</vt:lpstr>
      <vt:lpstr>Актуальность</vt:lpstr>
      <vt:lpstr>Цель</vt:lpstr>
      <vt:lpstr>Задачи</vt:lpstr>
      <vt:lpstr>Ожидаемые результаты</vt:lpstr>
      <vt:lpstr>Разработка программного обеспечения для автоматизированного проведения экспериментов по изучению механизмов генерации синглетного кислорода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программного обеспечения для автоматизированного проведения экспериментов по изучению механизмов генерации синглетного кислорода</dc:title>
  <dc:creator>Bogdan Klimov</dc:creator>
  <cp:lastModifiedBy>Bogdan Klimov</cp:lastModifiedBy>
  <cp:revision>54</cp:revision>
  <dcterms:created xsi:type="dcterms:W3CDTF">2025-12-16T05:41:17Z</dcterms:created>
  <dcterms:modified xsi:type="dcterms:W3CDTF">2026-02-16T18:21:52Z</dcterms:modified>
</cp:coreProperties>
</file>