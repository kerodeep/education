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9" r:id="rId4"/>
    <p:sldId id="260" r:id="rId5"/>
    <p:sldId id="266" r:id="rId6"/>
    <p:sldId id="265" r:id="rId7"/>
    <p:sldId id="273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/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 проведения экспериментальных исследований, включающая управление оборудованием и обработку данных в реальном времени.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D2D9FDAC-18E2-4473-B2A1-964535786E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4092" y="2259938"/>
            <a:ext cx="2880000" cy="2160000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31FF4CF1-4660-44C5-8D70-E4521D9ADB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8946" y="2256992"/>
            <a:ext cx="5040000" cy="21600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09834D5-8FDB-4F2F-AB51-791D9E21C0E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04092" y="4473804"/>
            <a:ext cx="5040000" cy="2160000"/>
          </a:xfrm>
          <a:prstGeom prst="rect">
            <a:avLst/>
          </a:prstGeom>
        </p:spPr>
      </p:pic>
      <p:pic>
        <p:nvPicPr>
          <p:cNvPr id="8" name="object 5">
            <a:extLst>
              <a:ext uri="{FF2B5EF4-FFF2-40B4-BE49-F238E27FC236}">
                <a16:creationId xmlns:a16="http://schemas.microsoft.com/office/drawing/2014/main" id="{93925ED7-7E9C-4C09-99B0-06795F79790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8946" y="4473804"/>
            <a:ext cx="288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/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Ручное проведение эксперимента регистрации ИК-спектров и сигналов, возникающих при генерации синглетного кислорода, затрудняет возможность изучать механизмы генерации синглетного кислорода в очень активных комплексах, так как считывание и обработка данных занимает много времени и требует постоянного присутствия исследователя. Также, ускорение процесса считывания и обработки необходимо при быстром расходе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фотовозбуждаемого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соединения, которое ответственно за генерацию синглетного кислорода.</a:t>
            </a:r>
          </a:p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Данная работа поможет снизить время проведения экспериментов, увеличит точность и снизит риск возникновения ошибок.</a:t>
            </a:r>
          </a:p>
        </p:txBody>
      </p:sp>
    </p:spTree>
    <p:extLst>
      <p:ext uri="{BB962C8B-B14F-4D97-AF65-F5344CB8AC3E}">
        <p14:creationId xmlns:p14="http://schemas.microsoft.com/office/powerpoint/2010/main" val="3372500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>
            <a:normAutofit/>
          </a:bodyPr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Уменьшить время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проведения эксперимента по изучению механизмов генерации синглетного кислорода, увеличить точность вычислений.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877E834-6457-4202-A69A-640051929E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56000" y="2367670"/>
            <a:ext cx="648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Создать ПО, через которое можно будет управлять всеми компонентами эксперимента: управления длинной волны лазера через OPO и управление полосой пропускания, шагом для монохроматора и количества повторений проходов по длинам волн.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 должно отвечать за автоматически сбор данных с оборудования: считывание сигнала с осциллографа и измерителя энергии. По полученным данным с осциллографа будет рассчитываться спектр ИК-люминесценции с помощью интегрирования сигнала с интерактивным заданием границ и по полученным данным будет производиться аппроксимация спектра. Полученные данные с измерителя энергии помогут следить за энергией лазерного импульса в реальном времени, а также измерять зависимость амплитуды сигнала, полученного с осциллографа, от энергии лазерного импульса, что важно для определения механизмов генерации синглетного кислорода, а также для определения квантового выхода синглетного кислорода для новых веществ или слабоизученных соединений.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Реализация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ПО на известном веществе или светодиоде, что очень важно для точного определения спектров ИК-люминесценции синглетного кислорода при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фотовозбуждении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малоизученных веществ. За счет этого программа сможет проверять корректность длины волны монохроматора.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Провести тестирование ПО в реальных условиях эксперимента. Оценить скорость, точность и удобство работы по сравнению с ручными методами.</a:t>
            </a:r>
          </a:p>
        </p:txBody>
      </p:sp>
    </p:spTree>
    <p:extLst>
      <p:ext uri="{BB962C8B-B14F-4D97-AF65-F5344CB8AC3E}">
        <p14:creationId xmlns:p14="http://schemas.microsoft.com/office/powerpoint/2010/main" val="398545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Будет разработан и реализован в ПО формализованный алгоритм проведения экспериментов. Это позволит получать точнее и быстрее спектры ИК-люминесценции синглетного кислорода, в частности, спектры ИК-люминесценции синглетного кислорода от длины волны возбуждения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Будет разработано программное обеспечение, которое собирает данные с осциллографа и измерителя энергии и сразу проводит их обработку с помощью двух независимых методов для вычисления спектра и расчета зависимости интенсивности сигнала от энергии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Будет реализована и протестирована встроенная процедура автоматической калибровки системы на эталонном веществе или светодиоде с известными спектральными характеристиками.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Будет протестировано ПО в реальных условиях эксперимента.</a:t>
            </a:r>
          </a:p>
        </p:txBody>
      </p:sp>
    </p:spTree>
    <p:extLst>
      <p:ext uri="{BB962C8B-B14F-4D97-AF65-F5344CB8AC3E}">
        <p14:creationId xmlns:p14="http://schemas.microsoft.com/office/powerpoint/2010/main" val="3292413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2097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514</Words>
  <Application>Microsoft Office PowerPoint</Application>
  <PresentationFormat>Широкоэкранный</PresentationFormat>
  <Paragraphs>25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</vt:lpstr>
      <vt:lpstr>Цель</vt:lpstr>
      <vt:lpstr>Задачи</vt:lpstr>
      <vt:lpstr>Ожидаемые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53</cp:revision>
  <dcterms:created xsi:type="dcterms:W3CDTF">2025-12-16T05:41:17Z</dcterms:created>
  <dcterms:modified xsi:type="dcterms:W3CDTF">2025-12-23T08:28:53Z</dcterms:modified>
</cp:coreProperties>
</file>