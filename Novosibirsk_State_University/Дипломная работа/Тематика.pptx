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9" r:id="rId4"/>
    <p:sldId id="260" r:id="rId5"/>
    <p:sldId id="266" r:id="rId6"/>
    <p:sldId id="265" r:id="rId7"/>
    <p:sldId id="25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gdan Klimov" initials="BK" lastIdx="1" clrIdx="0">
    <p:extLst>
      <p:ext uri="{19B8F6BF-5375-455C-9EA6-DF929625EA0E}">
        <p15:presenceInfo xmlns:p15="http://schemas.microsoft.com/office/powerpoint/2012/main" userId="f37532ac853aed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E38DD-B485-45BD-AF6B-246E9A8CD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167421-9F64-45AA-8C55-07A96EB9B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E1E794-82D3-471C-AC9B-3B17A5CC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E12BF7-A961-44FB-B9D3-D7EF8554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843FFC-C68B-47A1-8296-154DB3F4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09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07AFC-401A-4A4A-8221-5A00CB34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318472-A46A-44F1-82C1-31C4BF74D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766AFD-F623-46EF-98A4-5A9CFDD1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19AD00-8B3E-4B6F-BB4F-3174FE44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21E5B9-35E2-4F96-97D8-604BD9E4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40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5BC43-6DF5-4C5D-A24E-EF639743E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D774D7-C471-4BBE-90FA-855CF7358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EDB28-0D5F-4BCF-BE20-5EEB327C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F70DDC-AB2F-4866-85C9-D5620F3F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24C878-14F7-4529-8B25-8C2EA019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172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81399-F7A5-40DB-A294-92531CBD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E02C6-88F1-4BE7-BF06-A8D833008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07C207-8664-4379-9EF3-A0A3931D4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4CD243-837C-49D8-BEE1-91ACC672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419B6C-A51C-4429-95FC-3008D4FC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789D59-1875-4ABA-A7A7-BAAF682F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48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66D48-841C-4778-906E-64596CC0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A0A8E8-0420-43E7-A96A-47D647316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C9AF56-3587-4EA5-B695-5E86E35A6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7CF366-3AC5-450C-AE6E-7ADB032B0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42913D-480C-4A44-9256-ABAC9C69A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76AFBE-44D2-41D2-9537-60F8BBA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AA6592E-F9C4-46A2-9F22-84DDD6F2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1ABB0B-5C75-4F8C-AC3B-A5A1547C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74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A9DFEC-2AC6-4692-8BE2-B2AFC425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09579B-BEC3-453C-B346-E67D49D1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E92755-A2AA-464F-B6C2-0D111F14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FC87BA-2D11-4516-9F11-4C0431DA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33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232417D-4FA2-4894-A1F7-E88D99F0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E8C622-28A2-4BED-A697-0DFC0D2C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F37DEE-7DAC-451E-9B0C-DAE30424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0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94974-6247-4DB9-90BD-B89342DD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7BC104-AD9B-4CF2-9296-AF3889DB2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4EB78F-E2DC-4488-A98D-E31E1DB3F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0B1F81-C3EC-459A-8113-8B22D409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5122B-4DE1-45AA-AE72-7D7D84C2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4B014D-EA55-42F9-A940-E5B2D98A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823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87A11-492C-40E0-B45B-383EBDEB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55B36E-E810-488D-B035-A1D652BEF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407065-BB5B-4F4A-A2A2-1A944BF09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B5FC58-FE33-4FD6-8354-B2892222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994B10-D2D3-46B9-969E-672CE0B1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A6B2BC-F0DA-4FE6-9C82-7EF74C8E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79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11489-965D-4D38-BACB-F21669E3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C8DD04-4E29-49DF-BB9A-478E90F1C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598401-5981-4DF8-BE47-A32D16B3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798CEA-4BA9-4177-9079-DED39AED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7268CB-1D5D-4CF8-AA80-A14F22B9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21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16E5E7-A4F2-4A1B-B4F9-AC20F5552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447BDE-2EB5-426D-B8D1-E726EEC8E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2647C0-57BC-478A-88F1-459C092D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D5A7C8-9514-46D5-A5B8-BDFA88F0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E341C-FCBC-44D6-BD75-3C87199E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37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0EE9F-DB49-496F-85E1-8D475E70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971459-0701-4F30-B8C9-22EE571A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D10163-FA5C-4AFC-94E4-3BD6BA709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0B553-31EF-4B1D-9EAB-410AD6CA89D0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0F9B26-2864-4043-BE8C-C055582BB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ACAA84-8D25-4FE2-A9C2-B0A371C82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59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9E791-085C-4CDA-8F96-C54D1FA07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153"/>
            <a:ext cx="9144000" cy="5755342"/>
          </a:xfrm>
        </p:spPr>
        <p:txBody>
          <a:bodyPr anchor="ctr"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обеспечения для автоматизированного проведения экспериментов по изучению механизмов генерации синглетного кислорода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8345CE-A702-49C0-BBBD-34AF53801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6753" y="5970495"/>
            <a:ext cx="6795247" cy="887504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Климов Богдан Алексеевич, гр. 22357</a:t>
            </a: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</a:t>
            </a:r>
            <a:r>
              <a:rPr lang="ru-RU" sz="1800" b="1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к.ф.-м.н.,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Ершов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Кирилл</a:t>
            </a:r>
            <a:r>
              <a:rPr lang="ru-RU" sz="18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Сергеевич</a:t>
            </a:r>
            <a:endParaRPr lang="ru-RU" sz="1800" spc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Место: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ИХКГ</a:t>
            </a:r>
            <a:r>
              <a:rPr lang="ru-RU"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РАН,</a:t>
            </a:r>
            <a:r>
              <a:rPr lang="ru-RU"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гр.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МФД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255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Область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t"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проведения экспериментальных исследований, включающая управление оборудованием и обработку данных в реальном времени.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D2D9FDAC-18E2-4473-B2A1-964535786E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092" y="2259938"/>
            <a:ext cx="2880000" cy="2160000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31FF4CF1-4660-44C5-8D70-E4521D9ADB2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8946" y="2256992"/>
            <a:ext cx="5040000" cy="216000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809834D5-8FDB-4F2F-AB51-791D9E21C0E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4092" y="4473804"/>
            <a:ext cx="5040000" cy="2160000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93925ED7-7E9C-4C09-99B0-06795F79790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98946" y="4473804"/>
            <a:ext cx="288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1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ctr"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проведение эксперимента регистрации ИК-спектров и сигналов, возникающих при генерации синглетного кислорода, затрудняет возможность изучать механизмы генерации синглетного кислорода в очень активных комплексах, так как считывание и обработка данных занимает много времени и требует постоянного присутствия исследователя. Также, ускорение процесса считывания и обработки необходимо при быстром расходе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фотовозбуждаемого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соединения, которое ответственно за генерацию синглетного кислорода.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Данная работа поможет снизить время проведения экспериментов, увеличит точность и снизит риск возникновения ошибок.</a:t>
            </a:r>
          </a:p>
        </p:txBody>
      </p:sp>
    </p:spTree>
    <p:extLst>
      <p:ext uri="{BB962C8B-B14F-4D97-AF65-F5344CB8AC3E}">
        <p14:creationId xmlns:p14="http://schemas.microsoft.com/office/powerpoint/2010/main" val="337250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Уменьшить скорость проведения эксперимента по изучению механизмов генерации синглетного кислорода, увеличить точность вычислений.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877E834-6457-4202-A69A-640051929E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6000" y="2367670"/>
            <a:ext cx="648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Создать ПО, через которое можно будет управлять всеми компонентами эксперимента: управления длинной волны лазера через OPO и управление полосой пропускания, шагом для монохроматора и количества повторений проходов по длинам волн.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ПО должно отвечать за автоматически сбор данных с оборудования: считывание сигнала с осциллографа и измерителя энергии. По полученным данным с осциллографа будет рассчитываться спектр ИК-люминесценции с помощью интегрирования сигнала с интерактивным заданием границ и по полученным данным будет производиться аппроксимация спектра. Полученные данные с измерителя энергии помогут следить за энергией лазерного импульса в реальном времени, а также измерять зависимость амплитуды сигнала, полученного с осциллографа, от энергии лазерного импульса, что важно для определения механизмов генерации синглетного кислорода, а также для определения квантового выхода синглетного кислорода для новых веществ или слабоизученных соединений.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Реализация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автокалибровки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ПО на известном веществе или светодиоде, что очень важно для точного определения спектров ИК-люминесценции синглетного кислорода при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фотовозбуждении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малоизученных веществ. За счет этого программа сможет проверять корректность длины волны монохроматора.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Провести тестирование ПО в реальных условиях эксперимента. Оценить скорость, точность и удобство работы по сравнению с ручными методами.</a:t>
            </a:r>
          </a:p>
        </p:txBody>
      </p:sp>
    </p:spTree>
    <p:extLst>
      <p:ext uri="{BB962C8B-B14F-4D97-AF65-F5344CB8AC3E}">
        <p14:creationId xmlns:p14="http://schemas.microsoft.com/office/powerpoint/2010/main" val="398545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30"/>
            <a:ext cx="10515600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Ожидаемые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7553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Будет разработан и реализован в ПО формализованный алгоритм проведения экспериментов. Это позволит получать точнее и быстрее спектры ИК-люминесценции синглетного кислорода, в частности, спектры ИК-люминесценции синглетного кислорода от длины волны возбуждения лазерного импульса.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Будет разработано программное обеспечение, которое собирает сырые данные с осциллографа и измерителя энергии и сразу проводит их обработку с помощью двух независимых методов (интегрирование сигнала и аппроксимация спектра).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Будет реализована и протестирована встроенная процедура автоматической калибровки системы на эталонном веществе или светодиоде с известными спектральными характеристиками.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Будет протестировано ПО в реальных условиях эксперимента.</a:t>
            </a:r>
          </a:p>
        </p:txBody>
      </p:sp>
    </p:spTree>
    <p:extLst>
      <p:ext uri="{BB962C8B-B14F-4D97-AF65-F5344CB8AC3E}">
        <p14:creationId xmlns:p14="http://schemas.microsoft.com/office/powerpoint/2010/main" val="329241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9E791-085C-4CDA-8F96-C54D1FA07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153"/>
            <a:ext cx="9144000" cy="5755342"/>
          </a:xfrm>
        </p:spPr>
        <p:txBody>
          <a:bodyPr anchor="ctr"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обеспечения для автоматизированного проведения экспериментов по изучению механизмов генерации синглетного кислорода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8345CE-A702-49C0-BBBD-34AF53801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6753" y="5970495"/>
            <a:ext cx="6795247" cy="887504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Климов Богдан Алексеевич, гр. 22357</a:t>
            </a: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</a:t>
            </a:r>
            <a:r>
              <a:rPr lang="ru-RU" sz="1800" b="1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к.ф.-м.н.,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Ершов</a:t>
            </a:r>
            <a:r>
              <a:rPr lang="ru-RU"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Кирилл</a:t>
            </a:r>
            <a:r>
              <a:rPr lang="ru-RU" sz="18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Сергеевич</a:t>
            </a:r>
            <a:endParaRPr lang="ru-RU" sz="1800" spc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Место: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ИХКГ</a:t>
            </a:r>
            <a:r>
              <a:rPr lang="ru-RU"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РАН,</a:t>
            </a:r>
            <a:r>
              <a:rPr lang="ru-RU" sz="1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гр.</a:t>
            </a:r>
            <a:r>
              <a:rPr lang="ru-RU" sz="1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МФД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4601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505</Words>
  <Application>Microsoft Office PowerPoint</Application>
  <PresentationFormat>Широкоэкранный</PresentationFormat>
  <Paragraphs>25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Разработка программного обеспечения для автоматизированного проведения экспериментов по изучению механизмов генерации синглетного кислорода</vt:lpstr>
      <vt:lpstr>Область исследования</vt:lpstr>
      <vt:lpstr>Актуальность</vt:lpstr>
      <vt:lpstr>Цель</vt:lpstr>
      <vt:lpstr>Задачи</vt:lpstr>
      <vt:lpstr>Ожидаемые результаты</vt:lpstr>
      <vt:lpstr>Разработка программного обеспечения для автоматизированного проведения экспериментов по изучению механизмов генерации синглетного кислорода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обеспечения для автоматизированного проведения экспериментов по изучению механизмов генерации синглетного кислорода</dc:title>
  <dc:creator>Bogdan Klimov</dc:creator>
  <cp:lastModifiedBy>Bogdan Klimov</cp:lastModifiedBy>
  <cp:revision>18</cp:revision>
  <dcterms:created xsi:type="dcterms:W3CDTF">2025-12-16T05:41:17Z</dcterms:created>
  <dcterms:modified xsi:type="dcterms:W3CDTF">2025-12-16T15:22:32Z</dcterms:modified>
</cp:coreProperties>
</file>