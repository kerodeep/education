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5" r:id="rId7"/>
    <p:sldId id="273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скорость 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интенсивности сигнала от энергии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097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514</Words>
  <Application>Microsoft Office PowerPoint</Application>
  <PresentationFormat>Широкоэкранный</PresentationFormat>
  <Paragraphs>25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52</cp:revision>
  <dcterms:created xsi:type="dcterms:W3CDTF">2025-12-16T05:41:17Z</dcterms:created>
  <dcterms:modified xsi:type="dcterms:W3CDTF">2025-12-22T18:21:44Z</dcterms:modified>
</cp:coreProperties>
</file>