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5" r:id="rId7"/>
    <p:sldId id="273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45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D912AC2-9FA4-4C68-8E7A-052EC0D44478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45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45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74943F-FFE7-425C-9511-A7C78B89F2E2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45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время 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8F85CF-AFB2-4120-82A1-1973C4725A47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3369A-29E8-4664-BDC0-5F5B19198412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lnSpcReduction="10000"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интенсивности сигнала от энергии лазерного импульса.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FE8D5-91E9-416F-9CCB-F4DC9EA6BA78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097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519</Words>
  <Application>Microsoft Office PowerPoint</Application>
  <PresentationFormat>Широкоэкранный</PresentationFormat>
  <Paragraphs>30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55</cp:revision>
  <dcterms:created xsi:type="dcterms:W3CDTF">2025-12-16T05:41:17Z</dcterms:created>
  <dcterms:modified xsi:type="dcterms:W3CDTF">2026-02-23T22:31:16Z</dcterms:modified>
</cp:coreProperties>
</file>