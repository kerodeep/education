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11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5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6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95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71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10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6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06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27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80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34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F22C8-3FD9-4EAB-A9BC-026A0D2AD7A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95AF-E420-4273-9E25-5025D55895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96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6000" y="882666"/>
            <a:ext cx="9000000" cy="4320000"/>
          </a:xfrm>
        </p:spPr>
        <p:txBody>
          <a:bodyPr anchor="ctr"/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Квантовые вычисления и их применение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7070BE0-AE83-4CE1-A2EE-BA190E45B5D9}"/>
              </a:ext>
            </a:extLst>
          </p:cNvPr>
          <p:cNvSpPr>
            <a:spLocks noGrp="1"/>
          </p:cNvSpPr>
          <p:nvPr/>
        </p:nvSpPr>
        <p:spPr>
          <a:xfrm>
            <a:off x="7872000" y="6138000"/>
            <a:ext cx="432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 Климов Богдан</a:t>
            </a:r>
          </a:p>
        </p:txBody>
      </p:sp>
    </p:spTree>
    <p:extLst>
      <p:ext uri="{BB962C8B-B14F-4D97-AF65-F5344CB8AC3E}">
        <p14:creationId xmlns:p14="http://schemas.microsoft.com/office/powerpoint/2010/main" val="3589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кубит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96000" y="1626897"/>
                <a:ext cx="8280000" cy="4500000"/>
              </a:xfrm>
            </p:spPr>
            <p:txBody>
              <a:bodyPr anchor="ctr">
                <a:normAutofit fontScale="925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Классический бит: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Дискретная единица информации. Может принимать только два значения: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Квантовый бит (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Описывается вектором состояния: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ψ</m:t>
                            </m:r>
                          </m:e>
                        </m:d>
                      </m:e>
                    </m:d>
                    <m:r>
                      <a:rPr lang="ru-RU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ru-RU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ψ</m:t>
                            </m:r>
                          </m:e>
                        </m:d>
                      </m:e>
                    </m:d>
                    <m:r>
                      <a:rPr lang="ru-RU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ru-RU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b="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Находится в суперпозиции базисных состояний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b="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b="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комплексные числа (амплитуды вероятности).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измерении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коллапсирует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вероятностью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α</m:t>
                            </m:r>
                          </m:e>
                        </m:d>
                      </m:e>
                      <m:sup>
                        <m:r>
                          <a:rPr lang="ru-RU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в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ru-RU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 вероятностью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u-RU" i="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β</m:t>
                            </m:r>
                          </m:e>
                        </m:d>
                      </m:e>
                      <m:sup>
                        <m:r>
                          <a:rPr lang="ru-RU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1626897"/>
                <a:ext cx="8280000" cy="4500000"/>
              </a:xfrm>
              <a:blipFill>
                <a:blip r:embed="rId2"/>
                <a:stretch>
                  <a:fillRect l="-1325" b="-1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AD090B7-ABF7-41DD-95FF-5A195F53E0C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798441-8697-4E90-94D8-D5681AE9F0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68" r="7768"/>
          <a:stretch/>
        </p:blipFill>
        <p:spPr>
          <a:xfrm>
            <a:off x="8952000" y="2797770"/>
            <a:ext cx="3240000" cy="21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1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кубита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000" y="1626897"/>
            <a:ext cx="10800000" cy="4500000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Кубит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физическая система с двумя четко различимыми энергетическими уровнями.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технологии: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Сверхпроводники: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Электрические цепи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джозефсоновскими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переходами. Используются в IBM, Google. Быстрые операции, но малое время жизни.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Ионные ловушки: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Отдельные ионы в вакууме. Используются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Quantinuum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Эталонная точность и долгое время жизни.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Фотоны: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Кодирование информации в поляризации света. Используются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PsiQuantum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Xanadu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Слабая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декогеренция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работа при комнатной температуре.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CC663-A4EE-46D5-A019-C9C061001E7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7617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Суперпозиция и измерения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96000" y="1626897"/>
                <a:ext cx="8280000" cy="4500000"/>
              </a:xfrm>
            </p:spPr>
            <p:txBody>
              <a:bodyPr anchor="ctr"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Суперпозиция: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находится во всех разрешенных состояниях одновременно, пока изолирован от внешней среды.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Измерение: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физическое взаимодействие с макроскопическим прибором.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Вносит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декогеренцию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разрушает суперпозицию.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Происходит коллапс волновой функции —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переходит в одно из базисных состояний (</a:t>
                </a:r>
                <a14:m>
                  <m:oMath xmlns:m="http://schemas.openxmlformats.org/officeDocument/2006/math">
                    <m: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Фазовая информация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безвозвратно теряется.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Следствие: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Нельзя скопировать состояние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(теорема о запрете клонирования).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1626897"/>
                <a:ext cx="8280000" cy="4500000"/>
              </a:xfrm>
              <a:blipFill>
                <a:blip r:embed="rId2"/>
                <a:stretch>
                  <a:fillRect l="-957" r="-4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E50D94-F4F8-4B29-B796-0C95510369F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227D60-5738-4979-958B-1C7E404C8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000" y="2310587"/>
            <a:ext cx="2916000" cy="31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Квантовая запутанность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96000" y="1626897"/>
                <a:ext cx="10800000" cy="4500000"/>
              </a:xfrm>
            </p:spPr>
            <p:txBody>
              <a:bodyPr anchor="ctr"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Квантовая запутанность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состояние системы не является простой суммой состояний ее частей.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 (состояние Белла):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ru-RU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ru-RU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Φ</m:t>
                                </m:r>
                              </m:e>
                              <m:sup>
                                <m:r>
                                  <a:rPr lang="ru-RU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00</m:t>
                                </m:r>
                              </m:e>
                            </m:d>
                          </m:e>
                        </m:d>
                        <m:r>
                          <a:rPr lang="ru-RU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e>
                            </m:d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Физический смысл: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Состояние двух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кубитов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определено идеально.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Состояние каждого отдельного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не определено.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Измерение первого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кубита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мгновенно определяет состояние второго (квантовая корреляция).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Ключевой ресурс для квантовых алгоритмов (телепортация, сверхплотное кодирование).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1626897"/>
                <a:ext cx="10800000" cy="4500000"/>
              </a:xfrm>
              <a:blipFill>
                <a:blip r:embed="rId2"/>
                <a:stretch>
                  <a:fillRect l="-734" r="-7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E89FFB-A394-4378-9BD1-11A9F132327E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797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 и вентили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96000" y="1626897"/>
                <a:ext cx="10800000" cy="4500000"/>
              </a:xfrm>
            </p:spPr>
            <p:txBody>
              <a:bodyPr anchor="ctr">
                <a:normAutofit fontScale="62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Квантовый вентиль с точки зрения математики — это унитарный оператор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nor/>
                          </m:rPr>
                          <a:rPr lang="ru-RU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†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Операция обратима и сохраняет норму. Физически — это управляющее внешнее воздействие (изменение физических параметров системы).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Примеры базовых вентилей: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Тождественный вентиль: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ru-RU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Вентиль Паули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ru-R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Вентиль Паули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Y:</a:t>
                </a:r>
                <a:r>
                  <a:rPr lang="ru-RU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Вентиль Паули Z: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Вентиль Адамара: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1626897"/>
                <a:ext cx="10800000" cy="4500000"/>
              </a:xfrm>
              <a:blipFill>
                <a:blip r:embed="rId2"/>
                <a:stretch>
                  <a:fillRect l="-451" r="-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768323-7DBF-434E-A88D-E7705A7AAFDE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1026" name="Picture 2" descr="Квантовые цепи и вентили — вводный курс">
            <a:extLst>
              <a:ext uri="{FF2B5EF4-FFF2-40B4-BE49-F238E27FC236}">
                <a16:creationId xmlns:a16="http://schemas.microsoft.com/office/drawing/2014/main" id="{01E4DBC9-8FB3-4D2D-B736-7A5A35D53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000" y="3074993"/>
            <a:ext cx="6480000" cy="215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29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задач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000" y="1626897"/>
            <a:ext cx="10800000" cy="4500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Фейнмана: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 сложных молекул и материалов (химия, сверхпроводимость). Самое естественное применение.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Шора: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Экспоненциальное ускорение разложения чисел на простые множители. Угроза для криптографии RSA.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Гровера: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Квадратичное ускорение для поиска в неструктурированных базах данных. Применим к задачам оптимизации.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090B7-ABF7-41DD-95FF-5A195F53E0C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2458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 угрозы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000" y="1626897"/>
            <a:ext cx="10800000" cy="4500000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Хрупкость 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Квантовое состояние (суперпозиция) живет микросекунды. Любой шум (температура, вибрация) его разрушает.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Квантовые вентили работают неточно, мешают друг другу. Ошибки накапливаются лавинообразно.</a:t>
            </a:r>
          </a:p>
          <a:p>
            <a:pPr>
              <a:lnSpc>
                <a:spcPct val="11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Чтобы алгоритм Шора стал опасным, нужны миллионы стабильных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кубитов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(сейчас максимум сотни).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Угрозы:</a:t>
            </a:r>
          </a:p>
          <a:p>
            <a:pPr>
              <a:lnSpc>
                <a:spcPct val="11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Шора взламывает RSA и ECC.</a:t>
            </a:r>
          </a:p>
          <a:p>
            <a:pPr>
              <a:lnSpc>
                <a:spcPct val="11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Гровера снижает стойкость AES.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090B7-ABF7-41DD-95FF-5A195F53E0C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2479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6000" y="366897"/>
            <a:ext cx="10800000" cy="1260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6000" y="1626897"/>
            <a:ext cx="10800000" cy="4500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инструмент: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Фейнмана открывают путь к решению ранее нерешаемых задач в химии, материаловедении и оптимизации.</a:t>
            </a:r>
          </a:p>
          <a:p>
            <a:pPr>
              <a:lnSpc>
                <a:spcPct val="1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угроза: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Шора и Гровера меняют класс сложности криптографических задач, требуя срочной миграции на устойчивые алгоритмы.</a:t>
            </a:r>
          </a:p>
          <a:p>
            <a:pPr>
              <a:lnSpc>
                <a:spcPct val="1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защита: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Развиваются два направления: пост квантовая криптография (новые математические задачи) и новые физические принципы защиты.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090B7-ABF7-41DD-95FF-5A195F53E0C3}"/>
              </a:ext>
            </a:extLst>
          </p:cNvPr>
          <p:cNvSpPr txBox="1"/>
          <p:nvPr/>
        </p:nvSpPr>
        <p:spPr>
          <a:xfrm>
            <a:off x="11832000" y="6498000"/>
            <a:ext cx="36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61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6000" y="882666"/>
            <a:ext cx="9000000" cy="4320000"/>
          </a:xfrm>
        </p:spPr>
        <p:txBody>
          <a:bodyPr anchor="ctr"/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Квантовые вычисления и их применение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7070BE0-AE83-4CE1-A2EE-BA190E45B5D9}"/>
              </a:ext>
            </a:extLst>
          </p:cNvPr>
          <p:cNvSpPr>
            <a:spLocks noGrp="1"/>
          </p:cNvSpPr>
          <p:nvPr/>
        </p:nvSpPr>
        <p:spPr>
          <a:xfrm>
            <a:off x="7872000" y="6138000"/>
            <a:ext cx="432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Докладчик: Климов Богдан</a:t>
            </a:r>
          </a:p>
        </p:txBody>
      </p:sp>
    </p:spTree>
    <p:extLst>
      <p:ext uri="{BB962C8B-B14F-4D97-AF65-F5344CB8AC3E}">
        <p14:creationId xmlns:p14="http://schemas.microsoft.com/office/powerpoint/2010/main" val="2927367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585</Words>
  <Application>Microsoft Office PowerPoint</Application>
  <PresentationFormat>Широкоэкранный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Тема Office</vt:lpstr>
      <vt:lpstr>«Квантовые вычисления и их применение»</vt:lpstr>
      <vt:lpstr>Бит и кубит</vt:lpstr>
      <vt:lpstr>Реализация кубита</vt:lpstr>
      <vt:lpstr>Суперпозиция и измерения</vt:lpstr>
      <vt:lpstr>Квантовая запутанность</vt:lpstr>
      <vt:lpstr>Операции и вентили</vt:lpstr>
      <vt:lpstr>Примеры задач</vt:lpstr>
      <vt:lpstr>Проблемы и угрозы</vt:lpstr>
      <vt:lpstr>Заключение</vt:lpstr>
      <vt:lpstr>«Квантовые вычисления и их применение»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Квантовые вычисления и их применение</dc:title>
  <dc:creator>HP</dc:creator>
  <cp:lastModifiedBy>Bogdan Klimov</cp:lastModifiedBy>
  <cp:revision>35</cp:revision>
  <dcterms:created xsi:type="dcterms:W3CDTF">2025-12-02T06:24:54Z</dcterms:created>
  <dcterms:modified xsi:type="dcterms:W3CDTF">2026-02-25T20:14:44Z</dcterms:modified>
</cp:coreProperties>
</file>